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4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46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F7F1E8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60" dirty="0">
                <a:solidFill>
                  <a:srgbClr val="A8B6C3"/>
                </a:solidFill>
              </a:rPr>
              <a:t>AT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N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H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·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H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7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G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Y</a:t>
            </a:r>
            <a:r>
              <a:rPr spc="-5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-50" dirty="0">
                <a:solidFill>
                  <a:srgbClr val="A8B6C3"/>
                </a:solidFill>
              </a:rPr>
              <a:t>M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635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/>
            </a:fld>
            <a:r>
              <a:rPr spc="190" dirty="0"/>
              <a:t> </a:t>
            </a:r>
            <a:r>
              <a:rPr dirty="0"/>
              <a:t>/</a:t>
            </a:r>
            <a:r>
              <a:rPr spc="190" dirty="0"/>
              <a:t> </a:t>
            </a:r>
            <a:r>
              <a:rPr spc="-10" dirty="0"/>
              <a:t>1</a:t>
            </a:r>
            <a:r>
              <a:rPr spc="-125" dirty="0"/>
              <a:t> </a:t>
            </a:r>
            <a:r>
              <a:rPr spc="-50" dirty="0"/>
              <a:t>5</a:t>
            </a:r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F7F1E8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60" dirty="0">
                <a:solidFill>
                  <a:srgbClr val="A8B6C3"/>
                </a:solidFill>
              </a:rPr>
              <a:t>AT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N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H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·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H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7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G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Y</a:t>
            </a:r>
            <a:r>
              <a:rPr spc="-5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-50" dirty="0">
                <a:solidFill>
                  <a:srgbClr val="A8B6C3"/>
                </a:solidFill>
              </a:rPr>
              <a:t>M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635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/>
            </a:fld>
            <a:r>
              <a:rPr spc="190" dirty="0"/>
              <a:t> </a:t>
            </a:r>
            <a:r>
              <a:rPr dirty="0"/>
              <a:t>/</a:t>
            </a:r>
            <a:r>
              <a:rPr spc="190" dirty="0"/>
              <a:t> </a:t>
            </a:r>
            <a:r>
              <a:rPr spc="-10" dirty="0"/>
              <a:t>1</a:t>
            </a:r>
            <a:r>
              <a:rPr spc="-125" dirty="0"/>
              <a:t> </a:t>
            </a:r>
            <a:r>
              <a:rPr spc="-50" dirty="0"/>
              <a:t>5</a:t>
            </a:r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F7F1E8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60" dirty="0">
                <a:solidFill>
                  <a:srgbClr val="A8B6C3"/>
                </a:solidFill>
              </a:rPr>
              <a:t>AT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N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H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·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H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7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G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Y</a:t>
            </a:r>
            <a:r>
              <a:rPr spc="-5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-50" dirty="0">
                <a:solidFill>
                  <a:srgbClr val="A8B6C3"/>
                </a:solidFill>
              </a:rPr>
              <a:t>M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635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/>
            </a:fld>
            <a:r>
              <a:rPr spc="190" dirty="0"/>
              <a:t> </a:t>
            </a:r>
            <a:r>
              <a:rPr dirty="0"/>
              <a:t>/</a:t>
            </a:r>
            <a:r>
              <a:rPr spc="190" dirty="0"/>
              <a:t> </a:t>
            </a:r>
            <a:r>
              <a:rPr spc="-10" dirty="0"/>
              <a:t>1</a:t>
            </a:r>
            <a:r>
              <a:rPr spc="-125" dirty="0"/>
              <a:t> </a:t>
            </a:r>
            <a:r>
              <a:rPr spc="-50" dirty="0"/>
              <a:t>5</a:t>
            </a:r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F7F1E8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60" dirty="0">
                <a:solidFill>
                  <a:srgbClr val="A8B6C3"/>
                </a:solidFill>
              </a:rPr>
              <a:t>AT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N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H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·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H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7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G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Y</a:t>
            </a:r>
            <a:r>
              <a:rPr spc="-5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-50" dirty="0">
                <a:solidFill>
                  <a:srgbClr val="A8B6C3"/>
                </a:solidFill>
              </a:rPr>
              <a:t>M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635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/>
            </a:fld>
            <a:r>
              <a:rPr spc="190" dirty="0"/>
              <a:t> </a:t>
            </a:r>
            <a:r>
              <a:rPr dirty="0"/>
              <a:t>/</a:t>
            </a:r>
            <a:r>
              <a:rPr spc="190" dirty="0"/>
              <a:t> </a:t>
            </a:r>
            <a:r>
              <a:rPr spc="-10" dirty="0"/>
              <a:t>1</a:t>
            </a:r>
            <a:r>
              <a:rPr spc="-125" dirty="0"/>
              <a:t> </a:t>
            </a:r>
            <a:r>
              <a:rPr spc="-50" dirty="0"/>
              <a:t>5</a:t>
            </a:r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403" cy="685764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13155" y="65807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199" y="0"/>
                </a:lnTo>
              </a:path>
            </a:pathLst>
          </a:custGeom>
          <a:ln w="12599">
            <a:solidFill>
              <a:srgbClr val="C5A0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60" dirty="0">
                <a:solidFill>
                  <a:srgbClr val="A8B6C3"/>
                </a:solidFill>
              </a:rPr>
              <a:t>AT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N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H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·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H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7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G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Y</a:t>
            </a:r>
            <a:r>
              <a:rPr spc="-5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-50" dirty="0">
                <a:solidFill>
                  <a:srgbClr val="A8B6C3"/>
                </a:solidFill>
              </a:rPr>
              <a:t>M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635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/>
            </a:fld>
            <a:r>
              <a:rPr spc="190" dirty="0"/>
              <a:t> </a:t>
            </a:r>
            <a:r>
              <a:rPr dirty="0"/>
              <a:t>/</a:t>
            </a:r>
            <a:r>
              <a:rPr spc="190" dirty="0"/>
              <a:t> </a:t>
            </a:r>
            <a:r>
              <a:rPr spc="-10" dirty="0"/>
              <a:t>1</a:t>
            </a:r>
            <a:r>
              <a:rPr spc="-125" dirty="0"/>
              <a:t> </a:t>
            </a:r>
            <a:r>
              <a:rPr spc="-50" dirty="0"/>
              <a:t>5</a:t>
            </a:r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355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390" y="0"/>
                </a:moveTo>
                <a:lnTo>
                  <a:pt x="0" y="0"/>
                </a:lnTo>
                <a:lnTo>
                  <a:pt x="0" y="6857631"/>
                </a:lnTo>
                <a:lnTo>
                  <a:pt x="12191390" y="6857631"/>
                </a:lnTo>
                <a:lnTo>
                  <a:pt x="12191390" y="0"/>
                </a:lnTo>
                <a:close/>
              </a:path>
            </a:pathLst>
          </a:custGeom>
          <a:solidFill>
            <a:srgbClr val="0F2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2191365" cy="6858000"/>
          </a:xfrm>
          <a:custGeom>
            <a:avLst/>
            <a:gdLst/>
            <a:ahLst/>
            <a:cxnLst/>
            <a:rect l="l" t="t" r="r" b="b"/>
            <a:pathLst>
              <a:path w="12191365" h="6858000">
                <a:moveTo>
                  <a:pt x="12191047" y="0"/>
                </a:moveTo>
                <a:lnTo>
                  <a:pt x="0" y="0"/>
                </a:lnTo>
                <a:lnTo>
                  <a:pt x="0" y="5497204"/>
                </a:lnTo>
                <a:lnTo>
                  <a:pt x="1360182" y="6857384"/>
                </a:lnTo>
                <a:lnTo>
                  <a:pt x="12191156" y="6857384"/>
                </a:lnTo>
                <a:lnTo>
                  <a:pt x="12191047" y="0"/>
                </a:lnTo>
                <a:close/>
              </a:path>
            </a:pathLst>
          </a:custGeom>
          <a:solidFill>
            <a:srgbClr val="0E24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12191365" cy="6858000"/>
          </a:xfrm>
          <a:custGeom>
            <a:avLst/>
            <a:gdLst/>
            <a:ahLst/>
            <a:cxnLst/>
            <a:rect l="l" t="t" r="r" b="b"/>
            <a:pathLst>
              <a:path w="12191365" h="6858000">
                <a:moveTo>
                  <a:pt x="12191047" y="0"/>
                </a:moveTo>
                <a:lnTo>
                  <a:pt x="0" y="0"/>
                </a:lnTo>
                <a:lnTo>
                  <a:pt x="0" y="4136402"/>
                </a:lnTo>
                <a:lnTo>
                  <a:pt x="2720973" y="6857376"/>
                </a:lnTo>
                <a:lnTo>
                  <a:pt x="12191147" y="6857376"/>
                </a:lnTo>
                <a:lnTo>
                  <a:pt x="12191047" y="0"/>
                </a:lnTo>
                <a:close/>
              </a:path>
            </a:pathLst>
          </a:custGeom>
          <a:solidFill>
            <a:srgbClr val="0E21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0"/>
            <a:ext cx="12191365" cy="6857365"/>
          </a:xfrm>
          <a:custGeom>
            <a:avLst/>
            <a:gdLst/>
            <a:ahLst/>
            <a:cxnLst/>
            <a:rect l="l" t="t" r="r" b="b"/>
            <a:pathLst>
              <a:path w="12191365" h="6857365">
                <a:moveTo>
                  <a:pt x="12191047" y="0"/>
                </a:moveTo>
                <a:lnTo>
                  <a:pt x="0" y="0"/>
                </a:lnTo>
                <a:lnTo>
                  <a:pt x="0" y="2775597"/>
                </a:lnTo>
                <a:lnTo>
                  <a:pt x="4081771" y="6857369"/>
                </a:lnTo>
                <a:lnTo>
                  <a:pt x="12191140" y="6857369"/>
                </a:lnTo>
                <a:lnTo>
                  <a:pt x="12191047" y="0"/>
                </a:lnTo>
                <a:close/>
              </a:path>
            </a:pathLst>
          </a:custGeom>
          <a:solidFill>
            <a:srgbClr val="0E20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0"/>
            <a:ext cx="12191365" cy="6857365"/>
          </a:xfrm>
          <a:custGeom>
            <a:avLst/>
            <a:gdLst/>
            <a:ahLst/>
            <a:cxnLst/>
            <a:rect l="l" t="t" r="r" b="b"/>
            <a:pathLst>
              <a:path w="12191365" h="6857365">
                <a:moveTo>
                  <a:pt x="12191047" y="0"/>
                </a:moveTo>
                <a:lnTo>
                  <a:pt x="0" y="0"/>
                </a:lnTo>
                <a:lnTo>
                  <a:pt x="0" y="1414793"/>
                </a:lnTo>
                <a:lnTo>
                  <a:pt x="5442563" y="6857364"/>
                </a:lnTo>
                <a:lnTo>
                  <a:pt x="12191135" y="6857364"/>
                </a:lnTo>
                <a:lnTo>
                  <a:pt x="12191047" y="0"/>
                </a:lnTo>
                <a:close/>
              </a:path>
            </a:pathLst>
          </a:custGeom>
          <a:solidFill>
            <a:srgbClr val="0D1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0"/>
            <a:ext cx="12191365" cy="6857365"/>
          </a:xfrm>
          <a:custGeom>
            <a:avLst/>
            <a:gdLst/>
            <a:ahLst/>
            <a:cxnLst/>
            <a:rect l="l" t="t" r="r" b="b"/>
            <a:pathLst>
              <a:path w="12191365" h="6857365">
                <a:moveTo>
                  <a:pt x="12191047" y="0"/>
                </a:moveTo>
                <a:lnTo>
                  <a:pt x="0" y="0"/>
                </a:lnTo>
                <a:lnTo>
                  <a:pt x="0" y="54724"/>
                </a:lnTo>
                <a:lnTo>
                  <a:pt x="6802639" y="6857354"/>
                </a:lnTo>
                <a:lnTo>
                  <a:pt x="12191125" y="6857354"/>
                </a:lnTo>
                <a:lnTo>
                  <a:pt x="12191047" y="0"/>
                </a:lnTo>
                <a:close/>
              </a:path>
            </a:pathLst>
          </a:custGeom>
          <a:solidFill>
            <a:srgbClr val="0D1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306080" y="0"/>
            <a:ext cx="10885170" cy="6857365"/>
          </a:xfrm>
          <a:custGeom>
            <a:avLst/>
            <a:gdLst/>
            <a:ahLst/>
            <a:cxnLst/>
            <a:rect l="l" t="t" r="r" b="b"/>
            <a:pathLst>
              <a:path w="10885170" h="6857365">
                <a:moveTo>
                  <a:pt x="10884966" y="0"/>
                </a:moveTo>
                <a:lnTo>
                  <a:pt x="0" y="0"/>
                </a:lnTo>
                <a:lnTo>
                  <a:pt x="6857337" y="6857337"/>
                </a:lnTo>
                <a:lnTo>
                  <a:pt x="10885028" y="6857337"/>
                </a:lnTo>
                <a:lnTo>
                  <a:pt x="10884966" y="0"/>
                </a:lnTo>
                <a:close/>
              </a:path>
            </a:pathLst>
          </a:custGeom>
          <a:solidFill>
            <a:srgbClr val="0B1C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2666883" y="0"/>
            <a:ext cx="9524365" cy="6857365"/>
          </a:xfrm>
          <a:custGeom>
            <a:avLst/>
            <a:gdLst/>
            <a:ahLst/>
            <a:cxnLst/>
            <a:rect l="l" t="t" r="r" b="b"/>
            <a:pathLst>
              <a:path w="9524365" h="6857365">
                <a:moveTo>
                  <a:pt x="9524163" y="0"/>
                </a:moveTo>
                <a:lnTo>
                  <a:pt x="0" y="0"/>
                </a:lnTo>
                <a:lnTo>
                  <a:pt x="6857316" y="6857325"/>
                </a:lnTo>
                <a:lnTo>
                  <a:pt x="9524213" y="6857325"/>
                </a:lnTo>
                <a:lnTo>
                  <a:pt x="9524163" y="0"/>
                </a:lnTo>
                <a:close/>
              </a:path>
            </a:pathLst>
          </a:custGeom>
          <a:solidFill>
            <a:srgbClr val="0A1A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4027678" y="0"/>
            <a:ext cx="8163559" cy="6857365"/>
          </a:xfrm>
          <a:custGeom>
            <a:avLst/>
            <a:gdLst/>
            <a:ahLst/>
            <a:cxnLst/>
            <a:rect l="l" t="t" r="r" b="b"/>
            <a:pathLst>
              <a:path w="8163559" h="6857365">
                <a:moveTo>
                  <a:pt x="8163369" y="0"/>
                </a:moveTo>
                <a:lnTo>
                  <a:pt x="0" y="0"/>
                </a:lnTo>
                <a:lnTo>
                  <a:pt x="6857304" y="6857304"/>
                </a:lnTo>
                <a:lnTo>
                  <a:pt x="8163397" y="6857304"/>
                </a:lnTo>
                <a:lnTo>
                  <a:pt x="8163369" y="0"/>
                </a:lnTo>
                <a:close/>
              </a:path>
            </a:pathLst>
          </a:custGeom>
          <a:solidFill>
            <a:srgbClr val="0A19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5388483" y="0"/>
            <a:ext cx="6802755" cy="6802755"/>
          </a:xfrm>
          <a:custGeom>
            <a:avLst/>
            <a:gdLst/>
            <a:ahLst/>
            <a:cxnLst/>
            <a:rect l="l" t="t" r="r" b="b"/>
            <a:pathLst>
              <a:path w="6802755" h="6802755">
                <a:moveTo>
                  <a:pt x="6802564" y="0"/>
                </a:moveTo>
                <a:lnTo>
                  <a:pt x="0" y="0"/>
                </a:lnTo>
                <a:lnTo>
                  <a:pt x="6802564" y="6802564"/>
                </a:lnTo>
                <a:lnTo>
                  <a:pt x="6802564" y="0"/>
                </a:lnTo>
                <a:close/>
              </a:path>
            </a:pathLst>
          </a:custGeom>
          <a:solidFill>
            <a:srgbClr val="0A18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6748559" y="0"/>
            <a:ext cx="5442585" cy="5442585"/>
          </a:xfrm>
          <a:custGeom>
            <a:avLst/>
            <a:gdLst/>
            <a:ahLst/>
            <a:cxnLst/>
            <a:rect l="l" t="t" r="r" b="b"/>
            <a:pathLst>
              <a:path w="5442584" h="5442585">
                <a:moveTo>
                  <a:pt x="5442487" y="0"/>
                </a:moveTo>
                <a:lnTo>
                  <a:pt x="0" y="0"/>
                </a:lnTo>
                <a:lnTo>
                  <a:pt x="5442487" y="5442495"/>
                </a:lnTo>
                <a:lnTo>
                  <a:pt x="5442487" y="0"/>
                </a:lnTo>
                <a:close/>
              </a:path>
            </a:pathLst>
          </a:custGeom>
          <a:solidFill>
            <a:srgbClr val="0815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8109356" y="0"/>
            <a:ext cx="4081779" cy="4081779"/>
          </a:xfrm>
          <a:custGeom>
            <a:avLst/>
            <a:gdLst/>
            <a:ahLst/>
            <a:cxnLst/>
            <a:rect l="l" t="t" r="r" b="b"/>
            <a:pathLst>
              <a:path w="4081779" h="4081779">
                <a:moveTo>
                  <a:pt x="4081691" y="0"/>
                </a:moveTo>
                <a:lnTo>
                  <a:pt x="0" y="0"/>
                </a:lnTo>
                <a:lnTo>
                  <a:pt x="4081691" y="4081691"/>
                </a:lnTo>
                <a:lnTo>
                  <a:pt x="4081691" y="0"/>
                </a:lnTo>
                <a:close/>
              </a:path>
            </a:pathLst>
          </a:custGeom>
          <a:solidFill>
            <a:srgbClr val="0715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9470161" y="0"/>
            <a:ext cx="2720975" cy="2720975"/>
          </a:xfrm>
          <a:custGeom>
            <a:avLst/>
            <a:gdLst/>
            <a:ahLst/>
            <a:cxnLst/>
            <a:rect l="l" t="t" r="r" b="b"/>
            <a:pathLst>
              <a:path w="2720975" h="2720975">
                <a:moveTo>
                  <a:pt x="2720886" y="0"/>
                </a:moveTo>
                <a:lnTo>
                  <a:pt x="0" y="0"/>
                </a:lnTo>
                <a:lnTo>
                  <a:pt x="2720886" y="2720886"/>
                </a:lnTo>
                <a:lnTo>
                  <a:pt x="2720886" y="0"/>
                </a:lnTo>
                <a:close/>
              </a:path>
            </a:pathLst>
          </a:custGeom>
          <a:solidFill>
            <a:srgbClr val="071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0830960" y="0"/>
            <a:ext cx="1360170" cy="1360170"/>
          </a:xfrm>
          <a:custGeom>
            <a:avLst/>
            <a:gdLst/>
            <a:ahLst/>
            <a:cxnLst/>
            <a:rect l="l" t="t" r="r" b="b"/>
            <a:pathLst>
              <a:path w="1360170" h="1360170">
                <a:moveTo>
                  <a:pt x="1360086" y="0"/>
                </a:moveTo>
                <a:lnTo>
                  <a:pt x="0" y="0"/>
                </a:lnTo>
                <a:lnTo>
                  <a:pt x="1360086" y="1360084"/>
                </a:lnTo>
                <a:lnTo>
                  <a:pt x="1360086" y="0"/>
                </a:lnTo>
                <a:close/>
              </a:path>
            </a:pathLst>
          </a:custGeom>
          <a:solidFill>
            <a:srgbClr val="0712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659" y="548893"/>
            <a:ext cx="10424160" cy="498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F7F1E8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6259" y="1874164"/>
            <a:ext cx="10857230" cy="265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385585" y="6535921"/>
            <a:ext cx="1676400" cy="149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60" dirty="0">
                <a:solidFill>
                  <a:srgbClr val="A8B6C3"/>
                </a:solidFill>
              </a:rPr>
              <a:t>AT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N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81304" y="6535921"/>
            <a:ext cx="2176145" cy="149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1" i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H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·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H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7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G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Y</a:t>
            </a:r>
            <a:r>
              <a:rPr spc="-5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-50" dirty="0">
                <a:solidFill>
                  <a:srgbClr val="A8B6C3"/>
                </a:solidFill>
              </a:rPr>
              <a:t>M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23853" y="6517314"/>
            <a:ext cx="483234" cy="159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635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/>
            </a:fld>
            <a:r>
              <a:rPr spc="190" dirty="0"/>
              <a:t> </a:t>
            </a:r>
            <a:r>
              <a:rPr dirty="0"/>
              <a:t>/</a:t>
            </a:r>
            <a:r>
              <a:rPr spc="190" dirty="0"/>
              <a:t> </a:t>
            </a:r>
            <a:r>
              <a:rPr spc="-10" dirty="0"/>
              <a:t>1</a:t>
            </a:r>
            <a:r>
              <a:rPr spc="-125" dirty="0"/>
              <a:t> </a:t>
            </a:r>
            <a:r>
              <a:rPr spc="-50" dirty="0"/>
              <a:t>5</a:t>
            </a:r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1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35.png"/><Relationship Id="rId13" Type="http://schemas.openxmlformats.org/officeDocument/2006/relationships/image" Target="../media/image34.png"/><Relationship Id="rId12" Type="http://schemas.openxmlformats.org/officeDocument/2006/relationships/image" Target="../media/image33.png"/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png"/><Relationship Id="rId3" Type="http://schemas.openxmlformats.org/officeDocument/2006/relationships/image" Target="../media/image21.png"/><Relationship Id="rId2" Type="http://schemas.openxmlformats.org/officeDocument/2006/relationships/image" Target="../media/image36.png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8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5455" y="571931"/>
            <a:ext cx="2745740" cy="1536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41325" algn="l"/>
                <a:tab pos="605790" algn="l"/>
              </a:tabLst>
            </a:pP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800" b="1" spc="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	</a:t>
            </a:r>
            <a:r>
              <a:rPr sz="800" b="1" spc="-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	H</a:t>
            </a:r>
            <a:r>
              <a:rPr sz="8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4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E L</a:t>
            </a:r>
            <a:r>
              <a:rPr sz="800" b="1" spc="47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 E</a:t>
            </a:r>
            <a:r>
              <a:rPr sz="8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47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800" b="1" spc="-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55454" y="572300"/>
            <a:ext cx="192341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6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80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36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80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5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6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J</a:t>
            </a:r>
            <a:r>
              <a:rPr sz="80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27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b="1" spc="26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2</a:t>
            </a:r>
            <a:r>
              <a:rPr sz="80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80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2</a:t>
            </a:r>
            <a:r>
              <a:rPr sz="80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6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3155" y="3529444"/>
            <a:ext cx="1069975" cy="0"/>
          </a:xfrm>
          <a:custGeom>
            <a:avLst/>
            <a:gdLst/>
            <a:ahLst/>
            <a:cxnLst/>
            <a:rect l="l" t="t" r="r" b="b"/>
            <a:pathLst>
              <a:path w="1069975">
                <a:moveTo>
                  <a:pt x="0" y="0"/>
                </a:moveTo>
                <a:lnTo>
                  <a:pt x="1069924" y="0"/>
                </a:lnTo>
              </a:path>
            </a:pathLst>
          </a:custGeom>
          <a:ln w="15839">
            <a:solidFill>
              <a:srgbClr val="C5A0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45375" y="1597698"/>
            <a:ext cx="6148705" cy="294576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275"/>
              </a:spcBef>
              <a:tabLst>
                <a:tab pos="1375410" algn="l"/>
                <a:tab pos="1578610" algn="l"/>
              </a:tabLst>
            </a:pP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950" b="1" spc="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.</a:t>
            </a:r>
            <a:r>
              <a:rPr sz="950" b="1" spc="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50" b="1" spc="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50" b="1" spc="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950" b="1" spc="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950" b="1" spc="1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(</a:t>
            </a:r>
            <a:r>
              <a:rPr sz="950" b="1" spc="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lang="en-US" altLang="" sz="950" b="1" spc="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Information Technology</a:t>
            </a:r>
            <a:r>
              <a:rPr sz="950" b="1" spc="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)</a:t>
            </a:r>
            <a:r>
              <a:rPr lang="en-US" altLang="" sz="9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9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lang="en-US" altLang="" sz="9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950" b="1" spc="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50" b="1" spc="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50" b="1" spc="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50" b="1" spc="1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950" b="1" spc="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950" b="1" spc="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50" b="1" spc="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J</a:t>
            </a:r>
            <a:r>
              <a:rPr sz="950" b="1" spc="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50" b="1" spc="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950" b="1" spc="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9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ts val="5390"/>
              </a:lnSpc>
              <a:spcBef>
                <a:spcPts val="695"/>
              </a:spcBef>
            </a:pPr>
            <a:r>
              <a:rPr sz="490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Hotel</a:t>
            </a:r>
            <a:r>
              <a:rPr sz="4900" b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490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Management</a:t>
            </a:r>
            <a:endParaRPr sz="49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ts val="5390"/>
              </a:lnSpc>
            </a:pPr>
            <a:r>
              <a:rPr sz="4900" b="1" i="1" spc="-1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System</a:t>
            </a:r>
            <a:endParaRPr sz="4900">
              <a:latin typeface="Georgia" panose="02040502050405020303"/>
              <a:cs typeface="Georgia" panose="02040502050405020303"/>
            </a:endParaRPr>
          </a:p>
          <a:p>
            <a:pPr marL="67310" marR="3404235">
              <a:lnSpc>
                <a:spcPct val="101000"/>
              </a:lnSpc>
              <a:spcBef>
                <a:spcPts val="4050"/>
              </a:spcBef>
            </a:pPr>
            <a:r>
              <a:rPr sz="155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550" spc="-25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55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1550" spc="-2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55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console</a:t>
            </a:r>
            <a:r>
              <a:rPr sz="1550" spc="-2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55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application</a:t>
            </a:r>
            <a:r>
              <a:rPr sz="1550" spc="-25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 for </a:t>
            </a:r>
            <a:r>
              <a:rPr sz="155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seamless</a:t>
            </a:r>
            <a:r>
              <a:rPr sz="1550" spc="-35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55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rooms,</a:t>
            </a:r>
            <a:r>
              <a:rPr sz="1550" spc="-35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55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dining,</a:t>
            </a:r>
            <a:r>
              <a:rPr sz="1550" spc="-35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550" spc="-1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billing</a:t>
            </a:r>
            <a:endParaRPr sz="1550">
              <a:latin typeface="Segoe UI" panose="020B0502040204020203"/>
              <a:cs typeface="Segoe UI" panose="020B0502040204020203"/>
            </a:endParaRPr>
          </a:p>
          <a:p>
            <a:pPr marL="67310">
              <a:lnSpc>
                <a:spcPct val="100000"/>
              </a:lnSpc>
              <a:spcBef>
                <a:spcPts val="425"/>
              </a:spcBef>
            </a:pPr>
            <a:r>
              <a:rPr sz="155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550" spc="-25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55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staff</a:t>
            </a:r>
            <a:r>
              <a:rPr sz="1550" spc="-2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550" spc="-10" dirty="0">
                <a:solidFill>
                  <a:srgbClr val="E9E2D6"/>
                </a:solidFill>
                <a:latin typeface="Segoe UI" panose="020B0502040204020203"/>
                <a:cs typeface="Segoe UI" panose="020B0502040204020203"/>
              </a:rPr>
              <a:t>operations.</a:t>
            </a:r>
            <a:endParaRPr sz="15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0455" y="5272455"/>
            <a:ext cx="8947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50" b="1" spc="-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50" b="1" spc="2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750" b="1" spc="-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Y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0455" y="5583491"/>
            <a:ext cx="4819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5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455" y="5894171"/>
            <a:ext cx="5314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50" b="1" spc="-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750" b="1" spc="-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2625" y="5240655"/>
            <a:ext cx="2203450" cy="809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" sz="1100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Vaibhav Kumar &amp; Shreyansh Tiwari</a:t>
            </a:r>
            <a:endParaRPr sz="11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100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B.Tech</a:t>
            </a:r>
            <a:r>
              <a:rPr sz="110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(</a:t>
            </a:r>
            <a:r>
              <a:rPr lang="en-US" altLang="" sz="110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Information Technology</a:t>
            </a:r>
            <a:r>
              <a:rPr sz="110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)</a:t>
            </a:r>
            <a:endParaRPr sz="11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lang="en-US" altLang="" sz="1100" spc="-3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Guru Ghasidas Vishwavidyalaya</a:t>
            </a:r>
            <a:endParaRPr lang="en-US" altLang="" sz="1100" spc="-35" dirty="0">
              <a:solidFill>
                <a:srgbClr val="F7F1E8"/>
              </a:solidFill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81897" y="6289699"/>
            <a:ext cx="1364615" cy="1308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600" spc="-6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600" spc="-55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spc="65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OTO</a:t>
            </a:r>
            <a:r>
              <a:rPr sz="600" spc="-5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600" spc="-6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00" spc="-5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600" spc="-6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600" spc="-55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600" spc="-55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600" spc="24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—</a:t>
            </a:r>
            <a:r>
              <a:rPr sz="600" spc="235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600" spc="-55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600" spc="-55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600" spc="-6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600" spc="-5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600" spc="-35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600" spc="-5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600" spc="-6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spc="-50" dirty="0">
                <a:solidFill>
                  <a:srgbClr val="9FAFBD"/>
                </a:solidFill>
                <a:latin typeface="Segoe UI" panose="020B0502040204020203"/>
                <a:cs typeface="Segoe UI" panose="020B0502040204020203"/>
              </a:rPr>
              <a:t>H</a:t>
            </a:r>
            <a:endParaRPr sz="6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76025" y="6252512"/>
            <a:ext cx="411480" cy="1504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7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700" b="1" spc="2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700" b="1" spc="2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7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9597" y="-3492"/>
            <a:ext cx="11605895" cy="5544820"/>
            <a:chOff x="589597" y="-3492"/>
            <a:chExt cx="11605895" cy="5544820"/>
          </a:xfrm>
        </p:grpSpPr>
        <p:sp>
          <p:nvSpPr>
            <p:cNvPr id="3" name="object 3"/>
            <p:cNvSpPr/>
            <p:nvPr/>
          </p:nvSpPr>
          <p:spPr>
            <a:xfrm>
              <a:off x="10423804" y="0"/>
              <a:ext cx="1767839" cy="3448685"/>
            </a:xfrm>
            <a:custGeom>
              <a:avLst/>
              <a:gdLst/>
              <a:ahLst/>
              <a:cxnLst/>
              <a:rect l="l" t="t" r="r" b="b"/>
              <a:pathLst>
                <a:path w="1767840" h="3448685">
                  <a:moveTo>
                    <a:pt x="1767598" y="3448649"/>
                  </a:moveTo>
                  <a:lnTo>
                    <a:pt x="1727800" y="3432177"/>
                  </a:lnTo>
                  <a:lnTo>
                    <a:pt x="1682428" y="3412464"/>
                  </a:lnTo>
                  <a:lnTo>
                    <a:pt x="1637378" y="3391949"/>
                  </a:lnTo>
                  <a:lnTo>
                    <a:pt x="1592659" y="3370634"/>
                  </a:lnTo>
                  <a:lnTo>
                    <a:pt x="1548283" y="3348523"/>
                  </a:lnTo>
                  <a:lnTo>
                    <a:pt x="1504260" y="3325618"/>
                  </a:lnTo>
                  <a:lnTo>
                    <a:pt x="1460602" y="3301922"/>
                  </a:lnTo>
                  <a:lnTo>
                    <a:pt x="1417319" y="3277438"/>
                  </a:lnTo>
                  <a:lnTo>
                    <a:pt x="1374472" y="3252200"/>
                  </a:lnTo>
                  <a:lnTo>
                    <a:pt x="1332120" y="3226243"/>
                  </a:lnTo>
                  <a:lnTo>
                    <a:pt x="1290271" y="3199574"/>
                  </a:lnTo>
                  <a:lnTo>
                    <a:pt x="1248933" y="3172203"/>
                  </a:lnTo>
                  <a:lnTo>
                    <a:pt x="1208115" y="3144136"/>
                  </a:lnTo>
                  <a:lnTo>
                    <a:pt x="1167824" y="3115382"/>
                  </a:lnTo>
                  <a:lnTo>
                    <a:pt x="1128068" y="3085948"/>
                  </a:lnTo>
                  <a:lnTo>
                    <a:pt x="1088855" y="3055844"/>
                  </a:lnTo>
                  <a:lnTo>
                    <a:pt x="1050194" y="3025076"/>
                  </a:lnTo>
                  <a:lnTo>
                    <a:pt x="1012091" y="2993653"/>
                  </a:lnTo>
                  <a:lnTo>
                    <a:pt x="974556" y="2961583"/>
                  </a:lnTo>
                  <a:lnTo>
                    <a:pt x="937596" y="2928873"/>
                  </a:lnTo>
                  <a:lnTo>
                    <a:pt x="901220" y="2895532"/>
                  </a:lnTo>
                  <a:lnTo>
                    <a:pt x="865434" y="2861568"/>
                  </a:lnTo>
                  <a:lnTo>
                    <a:pt x="830248" y="2826989"/>
                  </a:lnTo>
                  <a:lnTo>
                    <a:pt x="795669" y="2791803"/>
                  </a:lnTo>
                  <a:lnTo>
                    <a:pt x="761705" y="2756018"/>
                  </a:lnTo>
                  <a:lnTo>
                    <a:pt x="728364" y="2719641"/>
                  </a:lnTo>
                  <a:lnTo>
                    <a:pt x="695654" y="2682681"/>
                  </a:lnTo>
                  <a:lnTo>
                    <a:pt x="663584" y="2645146"/>
                  </a:lnTo>
                  <a:lnTo>
                    <a:pt x="632161" y="2607044"/>
                  </a:lnTo>
                  <a:lnTo>
                    <a:pt x="601393" y="2568383"/>
                  </a:lnTo>
                  <a:lnTo>
                    <a:pt x="571288" y="2529170"/>
                  </a:lnTo>
                  <a:lnTo>
                    <a:pt x="541854" y="2489415"/>
                  </a:lnTo>
                  <a:lnTo>
                    <a:pt x="513099" y="2449124"/>
                  </a:lnTo>
                  <a:lnTo>
                    <a:pt x="485032" y="2408306"/>
                  </a:lnTo>
                  <a:lnTo>
                    <a:pt x="457659" y="2366969"/>
                  </a:lnTo>
                  <a:lnTo>
                    <a:pt x="430990" y="2325121"/>
                  </a:lnTo>
                  <a:lnTo>
                    <a:pt x="405032" y="2282770"/>
                  </a:lnTo>
                  <a:lnTo>
                    <a:pt x="379793" y="2239924"/>
                  </a:lnTo>
                  <a:lnTo>
                    <a:pt x="355310" y="2196640"/>
                  </a:lnTo>
                  <a:lnTo>
                    <a:pt x="331616" y="2152981"/>
                  </a:lnTo>
                  <a:lnTo>
                    <a:pt x="308711" y="2108957"/>
                  </a:lnTo>
                  <a:lnTo>
                    <a:pt x="286601" y="2064580"/>
                  </a:lnTo>
                  <a:lnTo>
                    <a:pt x="265287" y="2019860"/>
                  </a:lnTo>
                  <a:lnTo>
                    <a:pt x="244773" y="1974809"/>
                  </a:lnTo>
                  <a:lnTo>
                    <a:pt x="225061" y="1929437"/>
                  </a:lnTo>
                  <a:lnTo>
                    <a:pt x="206155" y="1883755"/>
                  </a:lnTo>
                  <a:lnTo>
                    <a:pt x="188057" y="1837775"/>
                  </a:lnTo>
                  <a:lnTo>
                    <a:pt x="170770" y="1791507"/>
                  </a:lnTo>
                  <a:lnTo>
                    <a:pt x="154298" y="1744962"/>
                  </a:lnTo>
                  <a:lnTo>
                    <a:pt x="138644" y="1698151"/>
                  </a:lnTo>
                  <a:lnTo>
                    <a:pt x="123809" y="1651085"/>
                  </a:lnTo>
                  <a:lnTo>
                    <a:pt x="109798" y="1603776"/>
                  </a:lnTo>
                  <a:lnTo>
                    <a:pt x="96613" y="1556234"/>
                  </a:lnTo>
                  <a:lnTo>
                    <a:pt x="84257" y="1508469"/>
                  </a:lnTo>
                  <a:lnTo>
                    <a:pt x="72734" y="1460494"/>
                  </a:lnTo>
                  <a:lnTo>
                    <a:pt x="62045" y="1412319"/>
                  </a:lnTo>
                  <a:lnTo>
                    <a:pt x="52195" y="1363954"/>
                  </a:lnTo>
                  <a:lnTo>
                    <a:pt x="43186" y="1315412"/>
                  </a:lnTo>
                  <a:lnTo>
                    <a:pt x="35020" y="1266702"/>
                  </a:lnTo>
                  <a:lnTo>
                    <a:pt x="27702" y="1217836"/>
                  </a:lnTo>
                  <a:lnTo>
                    <a:pt x="21233" y="1168825"/>
                  </a:lnTo>
                  <a:lnTo>
                    <a:pt x="15618" y="1119680"/>
                  </a:lnTo>
                  <a:lnTo>
                    <a:pt x="10858" y="1070412"/>
                  </a:lnTo>
                  <a:lnTo>
                    <a:pt x="6957" y="1021031"/>
                  </a:lnTo>
                  <a:lnTo>
                    <a:pt x="3917" y="971549"/>
                  </a:lnTo>
                  <a:lnTo>
                    <a:pt x="1743" y="921976"/>
                  </a:lnTo>
                  <a:lnTo>
                    <a:pt x="436" y="872324"/>
                  </a:lnTo>
                  <a:lnTo>
                    <a:pt x="0" y="822604"/>
                  </a:lnTo>
                  <a:lnTo>
                    <a:pt x="436" y="772882"/>
                  </a:lnTo>
                  <a:lnTo>
                    <a:pt x="1743" y="723229"/>
                  </a:lnTo>
                  <a:lnTo>
                    <a:pt x="3917" y="673656"/>
                  </a:lnTo>
                  <a:lnTo>
                    <a:pt x="6957" y="624172"/>
                  </a:lnTo>
                  <a:lnTo>
                    <a:pt x="10858" y="574791"/>
                  </a:lnTo>
                  <a:lnTo>
                    <a:pt x="15618" y="525521"/>
                  </a:lnTo>
                  <a:lnTo>
                    <a:pt x="21233" y="476375"/>
                  </a:lnTo>
                  <a:lnTo>
                    <a:pt x="27702" y="427364"/>
                  </a:lnTo>
                  <a:lnTo>
                    <a:pt x="35020" y="378498"/>
                  </a:lnTo>
                  <a:lnTo>
                    <a:pt x="43186" y="329787"/>
                  </a:lnTo>
                  <a:lnTo>
                    <a:pt x="52195" y="281245"/>
                  </a:lnTo>
                  <a:lnTo>
                    <a:pt x="62045" y="232880"/>
                  </a:lnTo>
                  <a:lnTo>
                    <a:pt x="72734" y="184704"/>
                  </a:lnTo>
                  <a:lnTo>
                    <a:pt x="84257" y="136729"/>
                  </a:lnTo>
                  <a:lnTo>
                    <a:pt x="96613" y="88965"/>
                  </a:lnTo>
                  <a:lnTo>
                    <a:pt x="109798" y="41422"/>
                  </a:lnTo>
                  <a:lnTo>
                    <a:pt x="122066" y="0"/>
                  </a:lnTo>
                </a:path>
                <a:path w="1767840" h="3448685">
                  <a:moveTo>
                    <a:pt x="1767598" y="2409247"/>
                  </a:moveTo>
                  <a:lnTo>
                    <a:pt x="1696694" y="2365265"/>
                  </a:lnTo>
                  <a:lnTo>
                    <a:pt x="1654807" y="2336858"/>
                  </a:lnTo>
                  <a:lnTo>
                    <a:pt x="1613823" y="2307278"/>
                  </a:lnTo>
                  <a:lnTo>
                    <a:pt x="1573761" y="2276548"/>
                  </a:lnTo>
                  <a:lnTo>
                    <a:pt x="1534647" y="2244692"/>
                  </a:lnTo>
                  <a:lnTo>
                    <a:pt x="1496501" y="2211730"/>
                  </a:lnTo>
                  <a:lnTo>
                    <a:pt x="1459347" y="2177687"/>
                  </a:lnTo>
                  <a:lnTo>
                    <a:pt x="1423208" y="2142585"/>
                  </a:lnTo>
                  <a:lnTo>
                    <a:pt x="1388105" y="2106446"/>
                  </a:lnTo>
                  <a:lnTo>
                    <a:pt x="1354061" y="2069292"/>
                  </a:lnTo>
                  <a:lnTo>
                    <a:pt x="1321100" y="2031148"/>
                  </a:lnTo>
                  <a:lnTo>
                    <a:pt x="1289243" y="1992034"/>
                  </a:lnTo>
                  <a:lnTo>
                    <a:pt x="1258513" y="1951974"/>
                  </a:lnTo>
                  <a:lnTo>
                    <a:pt x="1228933" y="1910991"/>
                  </a:lnTo>
                  <a:lnTo>
                    <a:pt x="1200525" y="1869106"/>
                  </a:lnTo>
                  <a:lnTo>
                    <a:pt x="1173313" y="1826343"/>
                  </a:lnTo>
                  <a:lnTo>
                    <a:pt x="1147317" y="1782724"/>
                  </a:lnTo>
                  <a:lnTo>
                    <a:pt x="1122549" y="1738361"/>
                  </a:lnTo>
                  <a:lnTo>
                    <a:pt x="1099128" y="1693376"/>
                  </a:lnTo>
                  <a:lnTo>
                    <a:pt x="1077064" y="1647799"/>
                  </a:lnTo>
                  <a:lnTo>
                    <a:pt x="1056364" y="1601661"/>
                  </a:lnTo>
                  <a:lnTo>
                    <a:pt x="1037037" y="1554993"/>
                  </a:lnTo>
                  <a:lnTo>
                    <a:pt x="1019091" y="1507825"/>
                  </a:lnTo>
                  <a:lnTo>
                    <a:pt x="1002533" y="1460189"/>
                  </a:lnTo>
                  <a:lnTo>
                    <a:pt x="987373" y="1412115"/>
                  </a:lnTo>
                  <a:lnTo>
                    <a:pt x="973618" y="1363633"/>
                  </a:lnTo>
                  <a:lnTo>
                    <a:pt x="961276" y="1314775"/>
                  </a:lnTo>
                  <a:lnTo>
                    <a:pt x="950356" y="1265572"/>
                  </a:lnTo>
                  <a:lnTo>
                    <a:pt x="940865" y="1216053"/>
                  </a:lnTo>
                  <a:lnTo>
                    <a:pt x="932812" y="1166250"/>
                  </a:lnTo>
                  <a:lnTo>
                    <a:pt x="926206" y="1116193"/>
                  </a:lnTo>
                  <a:lnTo>
                    <a:pt x="921053" y="1065913"/>
                  </a:lnTo>
                  <a:lnTo>
                    <a:pt x="917362" y="1015441"/>
                  </a:lnTo>
                  <a:lnTo>
                    <a:pt x="915141" y="964808"/>
                  </a:lnTo>
                  <a:lnTo>
                    <a:pt x="914400" y="914044"/>
                  </a:lnTo>
                  <a:lnTo>
                    <a:pt x="915141" y="863278"/>
                  </a:lnTo>
                  <a:lnTo>
                    <a:pt x="917362" y="812643"/>
                  </a:lnTo>
                  <a:lnTo>
                    <a:pt x="921053" y="762170"/>
                  </a:lnTo>
                  <a:lnTo>
                    <a:pt x="926206" y="711889"/>
                  </a:lnTo>
                  <a:lnTo>
                    <a:pt x="932812" y="661831"/>
                  </a:lnTo>
                  <a:lnTo>
                    <a:pt x="940865" y="612027"/>
                  </a:lnTo>
                  <a:lnTo>
                    <a:pt x="950356" y="562507"/>
                  </a:lnTo>
                  <a:lnTo>
                    <a:pt x="961276" y="513303"/>
                  </a:lnTo>
                  <a:lnTo>
                    <a:pt x="973618" y="464445"/>
                  </a:lnTo>
                  <a:lnTo>
                    <a:pt x="987373" y="415963"/>
                  </a:lnTo>
                  <a:lnTo>
                    <a:pt x="1002533" y="367890"/>
                  </a:lnTo>
                  <a:lnTo>
                    <a:pt x="1019091" y="320254"/>
                  </a:lnTo>
                  <a:lnTo>
                    <a:pt x="1037037" y="273087"/>
                  </a:lnTo>
                  <a:lnTo>
                    <a:pt x="1056364" y="226420"/>
                  </a:lnTo>
                  <a:lnTo>
                    <a:pt x="1077064" y="180284"/>
                  </a:lnTo>
                  <a:lnTo>
                    <a:pt x="1099128" y="134708"/>
                  </a:lnTo>
                  <a:lnTo>
                    <a:pt x="1122549" y="89725"/>
                  </a:lnTo>
                  <a:lnTo>
                    <a:pt x="1147317" y="45364"/>
                  </a:lnTo>
                  <a:lnTo>
                    <a:pt x="1173313" y="1743"/>
                  </a:lnTo>
                  <a:lnTo>
                    <a:pt x="1174422" y="0"/>
                  </a:lnTo>
                </a:path>
              </a:pathLst>
            </a:custGeom>
            <a:ln w="647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94359" y="1645919"/>
              <a:ext cx="11000740" cy="0"/>
            </a:xfrm>
            <a:custGeom>
              <a:avLst/>
              <a:gdLst/>
              <a:ahLst/>
              <a:cxnLst/>
              <a:rect l="l" t="t" r="r" b="b"/>
              <a:pathLst>
                <a:path w="11000740">
                  <a:moveTo>
                    <a:pt x="0" y="0"/>
                  </a:moveTo>
                  <a:lnTo>
                    <a:pt x="11000155" y="0"/>
                  </a:lnTo>
                </a:path>
              </a:pathLst>
            </a:custGeom>
            <a:ln w="935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Resort pool terrace overlooking the mountains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4359" y="1792071"/>
              <a:ext cx="5074564" cy="37483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4608715"/>
              <a:ext cx="5074920" cy="932815"/>
            </a:xfrm>
            <a:custGeom>
              <a:avLst/>
              <a:gdLst/>
              <a:ahLst/>
              <a:cxnLst/>
              <a:rect l="l" t="t" r="r" b="b"/>
              <a:pathLst>
                <a:path w="5074920" h="932814">
                  <a:moveTo>
                    <a:pt x="5074564" y="0"/>
                  </a:moveTo>
                  <a:lnTo>
                    <a:pt x="0" y="0"/>
                  </a:lnTo>
                  <a:lnTo>
                    <a:pt x="0" y="932408"/>
                  </a:lnTo>
                  <a:lnTo>
                    <a:pt x="2537282" y="932408"/>
                  </a:lnTo>
                  <a:lnTo>
                    <a:pt x="5074564" y="932408"/>
                  </a:lnTo>
                  <a:lnTo>
                    <a:pt x="5074564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50315" y="4736515"/>
              <a:ext cx="749935" cy="0"/>
            </a:xfrm>
            <a:custGeom>
              <a:avLst/>
              <a:gdLst/>
              <a:ahLst/>
              <a:cxnLst/>
              <a:rect l="l" t="t" r="r" b="b"/>
              <a:pathLst>
                <a:path w="749935">
                  <a:moveTo>
                    <a:pt x="0" y="0"/>
                  </a:moveTo>
                  <a:lnTo>
                    <a:pt x="749884" y="0"/>
                  </a:lnTo>
                </a:path>
              </a:pathLst>
            </a:custGeom>
            <a:ln w="1259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81304" y="353415"/>
            <a:ext cx="122999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Meet</a:t>
            </a:r>
            <a:r>
              <a:rPr spc="-110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Hotel</a:t>
            </a:r>
            <a:r>
              <a:rPr spc="-105" dirty="0"/>
              <a:t> </a:t>
            </a:r>
            <a:r>
              <a:rPr spc="-10" dirty="0"/>
              <a:t>Management</a:t>
            </a:r>
            <a:r>
              <a:rPr spc="-110" dirty="0"/>
              <a:t> </a:t>
            </a:r>
            <a:r>
              <a:rPr spc="-10" dirty="0"/>
              <a:t>System.</a:t>
            </a:r>
            <a:endParaRPr spc="-10" dirty="0"/>
          </a:p>
        </p:txBody>
      </p:sp>
      <p:sp>
        <p:nvSpPr>
          <p:cNvPr id="11" name="object 11"/>
          <p:cNvSpPr txBox="1"/>
          <p:nvPr/>
        </p:nvSpPr>
        <p:spPr>
          <a:xfrm>
            <a:off x="581304" y="1240459"/>
            <a:ext cx="10825480" cy="13804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console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application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that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replaces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fragmented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hotel</a:t>
            </a:r>
            <a:r>
              <a:rPr sz="1150" spc="8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registers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with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one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connected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record</a:t>
            </a:r>
            <a:r>
              <a:rPr sz="1150" spc="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store.</a:t>
            </a:r>
            <a:endParaRPr sz="11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150">
              <a:latin typeface="Segoe UI" panose="020B0502040204020203"/>
              <a:cs typeface="Segoe UI" panose="020B0502040204020203"/>
            </a:endParaRPr>
          </a:p>
          <a:p>
            <a:pPr marL="5407660">
              <a:lnSpc>
                <a:spcPct val="100000"/>
              </a:lnSpc>
            </a:pP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50" b="1" spc="-1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3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3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750">
              <a:latin typeface="Segoe UI" panose="020B0502040204020203"/>
              <a:cs typeface="Segoe UI" panose="020B0502040204020203"/>
            </a:endParaRPr>
          </a:p>
          <a:p>
            <a:pPr marL="5407660" marR="5080">
              <a:lnSpc>
                <a:spcPct val="132000"/>
              </a:lnSpc>
              <a:spcBef>
                <a:spcPts val="525"/>
              </a:spcBef>
            </a:pP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role-based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console</a:t>
            </a:r>
            <a:r>
              <a:rPr sz="1050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application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for</a:t>
            </a:r>
            <a:r>
              <a:rPr sz="105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hotel</a:t>
            </a:r>
            <a:r>
              <a:rPr sz="1050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operations.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Guests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browse</a:t>
            </a:r>
            <a:r>
              <a:rPr sz="1050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rooms,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book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stays,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order</a:t>
            </a:r>
            <a:r>
              <a:rPr sz="1050" spc="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settle</a:t>
            </a:r>
            <a:r>
              <a:rPr sz="1050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bills;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administrators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manage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inventory,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pricing,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staff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050" spc="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payroll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from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one</a:t>
            </a:r>
            <a:r>
              <a:rPr sz="10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menu-driven</a:t>
            </a:r>
            <a:r>
              <a:rPr sz="1050" spc="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system.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85827" y="2867863"/>
            <a:ext cx="1790064" cy="903605"/>
            <a:chOff x="5985827" y="2867863"/>
            <a:chExt cx="1790064" cy="903605"/>
          </a:xfrm>
        </p:grpSpPr>
        <p:sp>
          <p:nvSpPr>
            <p:cNvPr id="13" name="object 13"/>
            <p:cNvSpPr/>
            <p:nvPr/>
          </p:nvSpPr>
          <p:spPr>
            <a:xfrm>
              <a:off x="5989320" y="2871355"/>
              <a:ext cx="1783080" cy="896619"/>
            </a:xfrm>
            <a:custGeom>
              <a:avLst/>
              <a:gdLst/>
              <a:ahLst/>
              <a:cxnLst/>
              <a:rect l="l" t="t" r="r" b="b"/>
              <a:pathLst>
                <a:path w="1783079" h="896620">
                  <a:moveTo>
                    <a:pt x="1760042" y="0"/>
                  </a:moveTo>
                  <a:lnTo>
                    <a:pt x="22682" y="0"/>
                  </a:lnTo>
                  <a:lnTo>
                    <a:pt x="17995" y="1079"/>
                  </a:lnTo>
                  <a:lnTo>
                    <a:pt x="0" y="22682"/>
                  </a:lnTo>
                  <a:lnTo>
                    <a:pt x="0" y="873366"/>
                  </a:lnTo>
                  <a:lnTo>
                    <a:pt x="22682" y="896048"/>
                  </a:lnTo>
                  <a:lnTo>
                    <a:pt x="1760397" y="895680"/>
                  </a:lnTo>
                  <a:lnTo>
                    <a:pt x="1783079" y="868324"/>
                  </a:lnTo>
                  <a:lnTo>
                    <a:pt x="1782726" y="27368"/>
                  </a:lnTo>
                  <a:lnTo>
                    <a:pt x="1782724" y="22682"/>
                  </a:lnTo>
                  <a:lnTo>
                    <a:pt x="1765084" y="1447"/>
                  </a:lnTo>
                  <a:lnTo>
                    <a:pt x="1760042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989320" y="2871355"/>
              <a:ext cx="1783080" cy="896619"/>
            </a:xfrm>
            <a:custGeom>
              <a:avLst/>
              <a:gdLst/>
              <a:ahLst/>
              <a:cxnLst/>
              <a:rect l="l" t="t" r="r" b="b"/>
              <a:pathLst>
                <a:path w="1783079" h="896620">
                  <a:moveTo>
                    <a:pt x="0" y="27368"/>
                  </a:moveTo>
                  <a:lnTo>
                    <a:pt x="0" y="22682"/>
                  </a:lnTo>
                  <a:lnTo>
                    <a:pt x="1435" y="17640"/>
                  </a:lnTo>
                  <a:lnTo>
                    <a:pt x="22682" y="0"/>
                  </a:lnTo>
                  <a:lnTo>
                    <a:pt x="27355" y="0"/>
                  </a:lnTo>
                  <a:lnTo>
                    <a:pt x="1755355" y="0"/>
                  </a:lnTo>
                  <a:lnTo>
                    <a:pt x="1760042" y="0"/>
                  </a:lnTo>
                  <a:lnTo>
                    <a:pt x="1765084" y="1447"/>
                  </a:lnTo>
                  <a:lnTo>
                    <a:pt x="1782724" y="22682"/>
                  </a:lnTo>
                  <a:lnTo>
                    <a:pt x="1782724" y="27368"/>
                  </a:lnTo>
                  <a:lnTo>
                    <a:pt x="1783079" y="868324"/>
                  </a:lnTo>
                  <a:lnTo>
                    <a:pt x="1783079" y="872997"/>
                  </a:lnTo>
                  <a:lnTo>
                    <a:pt x="1781644" y="878039"/>
                  </a:lnTo>
                  <a:lnTo>
                    <a:pt x="1760397" y="895680"/>
                  </a:lnTo>
                  <a:lnTo>
                    <a:pt x="1755724" y="895680"/>
                  </a:lnTo>
                  <a:lnTo>
                    <a:pt x="27355" y="896048"/>
                  </a:lnTo>
                  <a:lnTo>
                    <a:pt x="22682" y="896048"/>
                  </a:lnTo>
                  <a:lnTo>
                    <a:pt x="17640" y="894600"/>
                  </a:lnTo>
                  <a:lnTo>
                    <a:pt x="0" y="873366"/>
                  </a:lnTo>
                  <a:lnTo>
                    <a:pt x="0" y="868680"/>
                  </a:lnTo>
                  <a:lnTo>
                    <a:pt x="0" y="27368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140780" y="2922015"/>
            <a:ext cx="379730" cy="645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02</a:t>
            </a:r>
            <a:endParaRPr sz="21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897062" y="2867863"/>
            <a:ext cx="1790064" cy="903605"/>
            <a:chOff x="7897062" y="2867863"/>
            <a:chExt cx="1790064" cy="903605"/>
          </a:xfrm>
        </p:grpSpPr>
        <p:sp>
          <p:nvSpPr>
            <p:cNvPr id="17" name="object 17"/>
            <p:cNvSpPr/>
            <p:nvPr/>
          </p:nvSpPr>
          <p:spPr>
            <a:xfrm>
              <a:off x="7900555" y="2871355"/>
              <a:ext cx="1783080" cy="896619"/>
            </a:xfrm>
            <a:custGeom>
              <a:avLst/>
              <a:gdLst/>
              <a:ahLst/>
              <a:cxnLst/>
              <a:rect l="l" t="t" r="r" b="b"/>
              <a:pathLst>
                <a:path w="1783079" h="896620">
                  <a:moveTo>
                    <a:pt x="1760042" y="0"/>
                  </a:moveTo>
                  <a:lnTo>
                    <a:pt x="22682" y="0"/>
                  </a:lnTo>
                  <a:lnTo>
                    <a:pt x="18008" y="1079"/>
                  </a:lnTo>
                  <a:lnTo>
                    <a:pt x="0" y="22682"/>
                  </a:lnTo>
                  <a:lnTo>
                    <a:pt x="0" y="873366"/>
                  </a:lnTo>
                  <a:lnTo>
                    <a:pt x="22682" y="896048"/>
                  </a:lnTo>
                  <a:lnTo>
                    <a:pt x="1760410" y="895680"/>
                  </a:lnTo>
                  <a:lnTo>
                    <a:pt x="1783079" y="868324"/>
                  </a:lnTo>
                  <a:lnTo>
                    <a:pt x="1782726" y="27368"/>
                  </a:lnTo>
                  <a:lnTo>
                    <a:pt x="1782724" y="22682"/>
                  </a:lnTo>
                  <a:lnTo>
                    <a:pt x="1765084" y="1447"/>
                  </a:lnTo>
                  <a:lnTo>
                    <a:pt x="1760042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900555" y="2871355"/>
              <a:ext cx="1783080" cy="896619"/>
            </a:xfrm>
            <a:custGeom>
              <a:avLst/>
              <a:gdLst/>
              <a:ahLst/>
              <a:cxnLst/>
              <a:rect l="l" t="t" r="r" b="b"/>
              <a:pathLst>
                <a:path w="1783079" h="896620">
                  <a:moveTo>
                    <a:pt x="0" y="27368"/>
                  </a:moveTo>
                  <a:lnTo>
                    <a:pt x="0" y="22682"/>
                  </a:lnTo>
                  <a:lnTo>
                    <a:pt x="1447" y="17640"/>
                  </a:lnTo>
                  <a:lnTo>
                    <a:pt x="22682" y="0"/>
                  </a:lnTo>
                  <a:lnTo>
                    <a:pt x="27368" y="0"/>
                  </a:lnTo>
                  <a:lnTo>
                    <a:pt x="1755368" y="0"/>
                  </a:lnTo>
                  <a:lnTo>
                    <a:pt x="1760042" y="0"/>
                  </a:lnTo>
                  <a:lnTo>
                    <a:pt x="1765084" y="1447"/>
                  </a:lnTo>
                  <a:lnTo>
                    <a:pt x="1782724" y="22682"/>
                  </a:lnTo>
                  <a:lnTo>
                    <a:pt x="1782724" y="27368"/>
                  </a:lnTo>
                  <a:lnTo>
                    <a:pt x="1783079" y="868324"/>
                  </a:lnTo>
                  <a:lnTo>
                    <a:pt x="1783079" y="872997"/>
                  </a:lnTo>
                  <a:lnTo>
                    <a:pt x="1781644" y="878039"/>
                  </a:lnTo>
                  <a:lnTo>
                    <a:pt x="1760410" y="895680"/>
                  </a:lnTo>
                  <a:lnTo>
                    <a:pt x="1755724" y="895680"/>
                  </a:lnTo>
                  <a:lnTo>
                    <a:pt x="27368" y="896048"/>
                  </a:lnTo>
                  <a:lnTo>
                    <a:pt x="22682" y="896048"/>
                  </a:lnTo>
                  <a:lnTo>
                    <a:pt x="17640" y="894600"/>
                  </a:lnTo>
                  <a:lnTo>
                    <a:pt x="0" y="873366"/>
                  </a:lnTo>
                  <a:lnTo>
                    <a:pt x="0" y="868680"/>
                  </a:lnTo>
                  <a:lnTo>
                    <a:pt x="0" y="27368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052016" y="2922015"/>
            <a:ext cx="683260" cy="645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05</a:t>
            </a:r>
            <a:endParaRPr sz="21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650" b="1" spc="-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4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K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650" b="1" spc="-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4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650" b="1" spc="-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807943" y="2867863"/>
            <a:ext cx="1790064" cy="903605"/>
            <a:chOff x="9807943" y="2867863"/>
            <a:chExt cx="1790064" cy="903605"/>
          </a:xfrm>
        </p:grpSpPr>
        <p:sp>
          <p:nvSpPr>
            <p:cNvPr id="21" name="object 21"/>
            <p:cNvSpPr/>
            <p:nvPr/>
          </p:nvSpPr>
          <p:spPr>
            <a:xfrm>
              <a:off x="9811435" y="2871355"/>
              <a:ext cx="1783080" cy="896619"/>
            </a:xfrm>
            <a:custGeom>
              <a:avLst/>
              <a:gdLst/>
              <a:ahLst/>
              <a:cxnLst/>
              <a:rect l="l" t="t" r="r" b="b"/>
              <a:pathLst>
                <a:path w="1783079" h="896620">
                  <a:moveTo>
                    <a:pt x="1760042" y="0"/>
                  </a:moveTo>
                  <a:lnTo>
                    <a:pt x="22682" y="0"/>
                  </a:lnTo>
                  <a:lnTo>
                    <a:pt x="18008" y="1079"/>
                  </a:lnTo>
                  <a:lnTo>
                    <a:pt x="0" y="22682"/>
                  </a:lnTo>
                  <a:lnTo>
                    <a:pt x="0" y="873366"/>
                  </a:lnTo>
                  <a:lnTo>
                    <a:pt x="22682" y="896048"/>
                  </a:lnTo>
                  <a:lnTo>
                    <a:pt x="1760410" y="895680"/>
                  </a:lnTo>
                  <a:lnTo>
                    <a:pt x="1783079" y="868324"/>
                  </a:lnTo>
                  <a:lnTo>
                    <a:pt x="1782726" y="27368"/>
                  </a:lnTo>
                  <a:lnTo>
                    <a:pt x="1782724" y="22682"/>
                  </a:lnTo>
                  <a:lnTo>
                    <a:pt x="1765084" y="1447"/>
                  </a:lnTo>
                  <a:lnTo>
                    <a:pt x="1760042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811435" y="2871355"/>
              <a:ext cx="1783080" cy="896619"/>
            </a:xfrm>
            <a:custGeom>
              <a:avLst/>
              <a:gdLst/>
              <a:ahLst/>
              <a:cxnLst/>
              <a:rect l="l" t="t" r="r" b="b"/>
              <a:pathLst>
                <a:path w="1783079" h="896620">
                  <a:moveTo>
                    <a:pt x="0" y="27368"/>
                  </a:moveTo>
                  <a:lnTo>
                    <a:pt x="0" y="22682"/>
                  </a:lnTo>
                  <a:lnTo>
                    <a:pt x="1447" y="17640"/>
                  </a:lnTo>
                  <a:lnTo>
                    <a:pt x="22682" y="0"/>
                  </a:lnTo>
                  <a:lnTo>
                    <a:pt x="27368" y="0"/>
                  </a:lnTo>
                  <a:lnTo>
                    <a:pt x="1755368" y="0"/>
                  </a:lnTo>
                  <a:lnTo>
                    <a:pt x="1760042" y="0"/>
                  </a:lnTo>
                  <a:lnTo>
                    <a:pt x="1765084" y="1447"/>
                  </a:lnTo>
                  <a:lnTo>
                    <a:pt x="1782724" y="22682"/>
                  </a:lnTo>
                  <a:lnTo>
                    <a:pt x="1782724" y="27368"/>
                  </a:lnTo>
                  <a:lnTo>
                    <a:pt x="1783079" y="868324"/>
                  </a:lnTo>
                  <a:lnTo>
                    <a:pt x="1783079" y="872997"/>
                  </a:lnTo>
                  <a:lnTo>
                    <a:pt x="1781644" y="878039"/>
                  </a:lnTo>
                  <a:lnTo>
                    <a:pt x="1760410" y="895680"/>
                  </a:lnTo>
                  <a:lnTo>
                    <a:pt x="1755724" y="895680"/>
                  </a:lnTo>
                  <a:lnTo>
                    <a:pt x="27368" y="896048"/>
                  </a:lnTo>
                  <a:lnTo>
                    <a:pt x="22682" y="896048"/>
                  </a:lnTo>
                  <a:lnTo>
                    <a:pt x="17640" y="894600"/>
                  </a:lnTo>
                  <a:lnTo>
                    <a:pt x="0" y="873366"/>
                  </a:lnTo>
                  <a:lnTo>
                    <a:pt x="0" y="868680"/>
                  </a:lnTo>
                  <a:lnTo>
                    <a:pt x="0" y="27368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962895" y="2922015"/>
            <a:ext cx="754380" cy="645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07</a:t>
            </a:r>
            <a:endParaRPr sz="21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6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4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650" b="1" spc="2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650" b="1" spc="-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7615" y="4772212"/>
            <a:ext cx="4417060" cy="42799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31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70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00" b="1" spc="2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b="1" spc="2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0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V</a:t>
            </a:r>
            <a:r>
              <a:rPr sz="70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31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70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K</a:t>
            </a:r>
            <a:r>
              <a:rPr sz="70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0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-6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70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7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1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Rooms,</a:t>
            </a:r>
            <a:r>
              <a:rPr sz="1150" spc="5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dining,</a:t>
            </a:r>
            <a:r>
              <a:rPr sz="1150" spc="5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billing,</a:t>
            </a:r>
            <a:r>
              <a:rPr sz="1150" spc="5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staff</a:t>
            </a:r>
            <a:r>
              <a:rPr sz="1150" spc="6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and</a:t>
            </a:r>
            <a:r>
              <a:rPr sz="1150" spc="6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records</a:t>
            </a:r>
            <a:r>
              <a:rPr sz="1150" spc="6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share</a:t>
            </a:r>
            <a:r>
              <a:rPr sz="1150" spc="6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one</a:t>
            </a:r>
            <a:r>
              <a:rPr sz="1150" spc="6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source</a:t>
            </a:r>
            <a:r>
              <a:rPr sz="1150" spc="6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of</a:t>
            </a:r>
            <a:r>
              <a:rPr sz="1150" spc="5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truth.</a:t>
            </a:r>
            <a:endParaRPr sz="115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89320" y="4251604"/>
            <a:ext cx="155575" cy="996950"/>
            <a:chOff x="5989320" y="4251604"/>
            <a:chExt cx="155575" cy="996950"/>
          </a:xfrm>
        </p:grpSpPr>
        <p:pic>
          <p:nvPicPr>
            <p:cNvPr id="25" name="object 25" descr="person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9320" y="4251604"/>
              <a:ext cx="155155" cy="155155"/>
            </a:xfrm>
            <a:prstGeom prst="rect">
              <a:avLst/>
            </a:prstGeom>
          </p:spPr>
        </p:pic>
        <p:pic>
          <p:nvPicPr>
            <p:cNvPr id="26" name="object 26" descr="support_agent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9320" y="4672088"/>
              <a:ext cx="155155" cy="155155"/>
            </a:xfrm>
            <a:prstGeom prst="rect">
              <a:avLst/>
            </a:prstGeom>
          </p:spPr>
        </p:pic>
        <p:pic>
          <p:nvPicPr>
            <p:cNvPr id="27" name="object 27" descr="admin_panel_settings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9320" y="5092928"/>
              <a:ext cx="155155" cy="15515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976264" y="4009580"/>
            <a:ext cx="3272790" cy="13639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7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3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endParaRPr sz="750">
              <a:latin typeface="Segoe UI" panose="020B0502040204020203"/>
              <a:cs typeface="Segoe UI" panose="020B0502040204020203"/>
            </a:endParaRPr>
          </a:p>
          <a:p>
            <a:pPr marL="241300">
              <a:lnSpc>
                <a:spcPct val="100000"/>
              </a:lnSpc>
              <a:spcBef>
                <a:spcPts val="755"/>
              </a:spcBef>
            </a:pP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65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65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65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65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 marL="241300">
              <a:lnSpc>
                <a:spcPct val="100000"/>
              </a:lnSpc>
              <a:spcBef>
                <a:spcPts val="375"/>
              </a:spcBef>
            </a:pP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Browse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rooms,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book</a:t>
            </a:r>
            <a:r>
              <a:rPr sz="900" spc="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stay,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order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00" spc="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settle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bill.</a:t>
            </a:r>
            <a:endParaRPr sz="900">
              <a:latin typeface="Segoe UI" panose="020B0502040204020203"/>
              <a:cs typeface="Segoe UI" panose="020B0502040204020203"/>
            </a:endParaRPr>
          </a:p>
          <a:p>
            <a:pPr marL="241300">
              <a:lnSpc>
                <a:spcPct val="100000"/>
              </a:lnSpc>
              <a:spcBef>
                <a:spcPts val="1075"/>
              </a:spcBef>
            </a:pP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65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65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650" b="1" spc="31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65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65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65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K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 marL="241300">
              <a:lnSpc>
                <a:spcPct val="100000"/>
              </a:lnSpc>
              <a:spcBef>
                <a:spcPts val="375"/>
              </a:spcBef>
            </a:pP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Check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availability,</a:t>
            </a:r>
            <a:r>
              <a:rPr sz="900" spc="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manage</a:t>
            </a:r>
            <a:r>
              <a:rPr sz="900" spc="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bookings</a:t>
            </a:r>
            <a:r>
              <a:rPr sz="900" spc="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process</a:t>
            </a:r>
            <a:r>
              <a:rPr sz="900" spc="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checkout.</a:t>
            </a:r>
            <a:endParaRPr sz="900">
              <a:latin typeface="Segoe UI" panose="020B0502040204020203"/>
              <a:cs typeface="Segoe UI" panose="020B0502040204020203"/>
            </a:endParaRPr>
          </a:p>
          <a:p>
            <a:pPr marL="241300">
              <a:lnSpc>
                <a:spcPct val="100000"/>
              </a:lnSpc>
              <a:spcBef>
                <a:spcPts val="1075"/>
              </a:spcBef>
            </a:pP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65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65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65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65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65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65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65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65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5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AT</a:t>
            </a:r>
            <a:r>
              <a:rPr sz="650" b="1" spc="-7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R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 marL="241300">
              <a:lnSpc>
                <a:spcPct val="100000"/>
              </a:lnSpc>
              <a:spcBef>
                <a:spcPts val="375"/>
              </a:spcBef>
            </a:pP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Control</a:t>
            </a:r>
            <a:r>
              <a:rPr sz="900" spc="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rooms,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menu,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prices,</a:t>
            </a:r>
            <a:r>
              <a:rPr sz="90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staff</a:t>
            </a:r>
            <a:r>
              <a:rPr sz="900" spc="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and </a:t>
            </a:r>
            <a:r>
              <a:rPr sz="90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revenue.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94359" y="5797080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81304" y="5876175"/>
            <a:ext cx="5026025" cy="136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8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.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800" b="1" spc="2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(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lang="en-US" altLang=""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 T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)</a:t>
            </a:r>
            <a:r>
              <a:rPr sz="800" b="1" spc="254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2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8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J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19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b="1" spc="19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8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8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7</a:t>
            </a:r>
            <a:r>
              <a:rPr sz="800" b="1" spc="19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b="1" spc="19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X</a:t>
            </a:r>
            <a:r>
              <a:rPr sz="800" b="1" spc="-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-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8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254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1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b="1" spc="19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254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1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8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H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·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H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7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G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Y</a:t>
            </a:r>
            <a:r>
              <a:rPr spc="-5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-50" dirty="0">
                <a:solidFill>
                  <a:srgbClr val="A8B6C3"/>
                </a:solidFill>
              </a:rPr>
              <a:t>M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60" dirty="0">
                <a:solidFill>
                  <a:srgbClr val="A8B6C3"/>
                </a:solidFill>
              </a:rPr>
              <a:t>AT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N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174653" y="6517314"/>
            <a:ext cx="432434" cy="1593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02</a:t>
            </a:r>
            <a:r>
              <a:rPr sz="800" b="1" spc="229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800" b="1" spc="2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718464" y="554291"/>
            <a:ext cx="887094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900" b="1" spc="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700100" y="846975"/>
            <a:ext cx="3730625" cy="113411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0"/>
              </a:spcBef>
            </a:pPr>
            <a:r>
              <a:rPr sz="3600" dirty="0"/>
              <a:t>Fifteen</a:t>
            </a:r>
            <a:r>
              <a:rPr sz="3600" spc="-170" dirty="0"/>
              <a:t> </a:t>
            </a:r>
            <a:r>
              <a:rPr sz="3600" spc="-10" dirty="0"/>
              <a:t>slides. </a:t>
            </a:r>
            <a:r>
              <a:rPr sz="3600" dirty="0"/>
              <a:t>One</a:t>
            </a:r>
            <a:r>
              <a:rPr sz="3600" spc="-110" dirty="0"/>
              <a:t> </a:t>
            </a:r>
            <a:r>
              <a:rPr sz="3600" dirty="0"/>
              <a:t>clear</a:t>
            </a:r>
            <a:r>
              <a:rPr sz="3600" spc="-105" dirty="0"/>
              <a:t> </a:t>
            </a:r>
            <a:r>
              <a:rPr sz="3600" spc="-10" dirty="0"/>
              <a:t>story.</a:t>
            </a:r>
            <a:endParaRPr sz="3600"/>
          </a:p>
        </p:txBody>
      </p:sp>
      <p:sp>
        <p:nvSpPr>
          <p:cNvPr id="13" name="object 13"/>
          <p:cNvSpPr txBox="1"/>
          <p:nvPr/>
        </p:nvSpPr>
        <p:spPr>
          <a:xfrm>
            <a:off x="718819" y="2291376"/>
            <a:ext cx="3673475" cy="5022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90"/>
              </a:spcBef>
            </a:pP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From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problem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statement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conclusion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—</a:t>
            </a:r>
            <a:r>
              <a:rPr sz="1150" spc="8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six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chapters</a:t>
            </a:r>
            <a:r>
              <a:rPr sz="1150" spc="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that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follow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guest</a:t>
            </a:r>
            <a:r>
              <a:rPr sz="1150" spc="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from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booking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checkout.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5532120" y="-3239"/>
            <a:ext cx="6663055" cy="3559810"/>
            <a:chOff x="5532120" y="-3239"/>
            <a:chExt cx="6663055" cy="3559810"/>
          </a:xfrm>
        </p:grpSpPr>
        <p:sp>
          <p:nvSpPr>
            <p:cNvPr id="3" name="object 3"/>
            <p:cNvSpPr/>
            <p:nvPr/>
          </p:nvSpPr>
          <p:spPr>
            <a:xfrm>
              <a:off x="10423804" y="0"/>
              <a:ext cx="1767839" cy="3448685"/>
            </a:xfrm>
            <a:custGeom>
              <a:avLst/>
              <a:gdLst/>
              <a:ahLst/>
              <a:cxnLst/>
              <a:rect l="l" t="t" r="r" b="b"/>
              <a:pathLst>
                <a:path w="1767840" h="3448685">
                  <a:moveTo>
                    <a:pt x="1767598" y="3448649"/>
                  </a:moveTo>
                  <a:lnTo>
                    <a:pt x="1727800" y="3432177"/>
                  </a:lnTo>
                  <a:lnTo>
                    <a:pt x="1682428" y="3412464"/>
                  </a:lnTo>
                  <a:lnTo>
                    <a:pt x="1637378" y="3391949"/>
                  </a:lnTo>
                  <a:lnTo>
                    <a:pt x="1592659" y="3370634"/>
                  </a:lnTo>
                  <a:lnTo>
                    <a:pt x="1548283" y="3348523"/>
                  </a:lnTo>
                  <a:lnTo>
                    <a:pt x="1504260" y="3325618"/>
                  </a:lnTo>
                  <a:lnTo>
                    <a:pt x="1460602" y="3301922"/>
                  </a:lnTo>
                  <a:lnTo>
                    <a:pt x="1417319" y="3277438"/>
                  </a:lnTo>
                  <a:lnTo>
                    <a:pt x="1374472" y="3252200"/>
                  </a:lnTo>
                  <a:lnTo>
                    <a:pt x="1332120" y="3226243"/>
                  </a:lnTo>
                  <a:lnTo>
                    <a:pt x="1290271" y="3199574"/>
                  </a:lnTo>
                  <a:lnTo>
                    <a:pt x="1248933" y="3172203"/>
                  </a:lnTo>
                  <a:lnTo>
                    <a:pt x="1208115" y="3144136"/>
                  </a:lnTo>
                  <a:lnTo>
                    <a:pt x="1167824" y="3115382"/>
                  </a:lnTo>
                  <a:lnTo>
                    <a:pt x="1128068" y="3085948"/>
                  </a:lnTo>
                  <a:lnTo>
                    <a:pt x="1088855" y="3055844"/>
                  </a:lnTo>
                  <a:lnTo>
                    <a:pt x="1050194" y="3025076"/>
                  </a:lnTo>
                  <a:lnTo>
                    <a:pt x="1012091" y="2993653"/>
                  </a:lnTo>
                  <a:lnTo>
                    <a:pt x="974556" y="2961583"/>
                  </a:lnTo>
                  <a:lnTo>
                    <a:pt x="937596" y="2928873"/>
                  </a:lnTo>
                  <a:lnTo>
                    <a:pt x="901220" y="2895532"/>
                  </a:lnTo>
                  <a:lnTo>
                    <a:pt x="865434" y="2861568"/>
                  </a:lnTo>
                  <a:lnTo>
                    <a:pt x="830248" y="2826989"/>
                  </a:lnTo>
                  <a:lnTo>
                    <a:pt x="795669" y="2791803"/>
                  </a:lnTo>
                  <a:lnTo>
                    <a:pt x="761705" y="2756018"/>
                  </a:lnTo>
                  <a:lnTo>
                    <a:pt x="728364" y="2719641"/>
                  </a:lnTo>
                  <a:lnTo>
                    <a:pt x="695654" y="2682681"/>
                  </a:lnTo>
                  <a:lnTo>
                    <a:pt x="663584" y="2645146"/>
                  </a:lnTo>
                  <a:lnTo>
                    <a:pt x="632161" y="2607044"/>
                  </a:lnTo>
                  <a:lnTo>
                    <a:pt x="601393" y="2568383"/>
                  </a:lnTo>
                  <a:lnTo>
                    <a:pt x="571288" y="2529170"/>
                  </a:lnTo>
                  <a:lnTo>
                    <a:pt x="541854" y="2489415"/>
                  </a:lnTo>
                  <a:lnTo>
                    <a:pt x="513099" y="2449124"/>
                  </a:lnTo>
                  <a:lnTo>
                    <a:pt x="485032" y="2408306"/>
                  </a:lnTo>
                  <a:lnTo>
                    <a:pt x="457659" y="2366969"/>
                  </a:lnTo>
                  <a:lnTo>
                    <a:pt x="430990" y="2325121"/>
                  </a:lnTo>
                  <a:lnTo>
                    <a:pt x="405032" y="2282770"/>
                  </a:lnTo>
                  <a:lnTo>
                    <a:pt x="379793" y="2239924"/>
                  </a:lnTo>
                  <a:lnTo>
                    <a:pt x="355310" y="2196640"/>
                  </a:lnTo>
                  <a:lnTo>
                    <a:pt x="331616" y="2152981"/>
                  </a:lnTo>
                  <a:lnTo>
                    <a:pt x="308711" y="2108957"/>
                  </a:lnTo>
                  <a:lnTo>
                    <a:pt x="286601" y="2064580"/>
                  </a:lnTo>
                  <a:lnTo>
                    <a:pt x="265287" y="2019860"/>
                  </a:lnTo>
                  <a:lnTo>
                    <a:pt x="244773" y="1974809"/>
                  </a:lnTo>
                  <a:lnTo>
                    <a:pt x="225061" y="1929437"/>
                  </a:lnTo>
                  <a:lnTo>
                    <a:pt x="206155" y="1883755"/>
                  </a:lnTo>
                  <a:lnTo>
                    <a:pt x="188057" y="1837775"/>
                  </a:lnTo>
                  <a:lnTo>
                    <a:pt x="170770" y="1791507"/>
                  </a:lnTo>
                  <a:lnTo>
                    <a:pt x="154298" y="1744962"/>
                  </a:lnTo>
                  <a:lnTo>
                    <a:pt x="138644" y="1698151"/>
                  </a:lnTo>
                  <a:lnTo>
                    <a:pt x="123809" y="1651085"/>
                  </a:lnTo>
                  <a:lnTo>
                    <a:pt x="109798" y="1603776"/>
                  </a:lnTo>
                  <a:lnTo>
                    <a:pt x="96613" y="1556234"/>
                  </a:lnTo>
                  <a:lnTo>
                    <a:pt x="84257" y="1508469"/>
                  </a:lnTo>
                  <a:lnTo>
                    <a:pt x="72734" y="1460494"/>
                  </a:lnTo>
                  <a:lnTo>
                    <a:pt x="62045" y="1412319"/>
                  </a:lnTo>
                  <a:lnTo>
                    <a:pt x="52195" y="1363954"/>
                  </a:lnTo>
                  <a:lnTo>
                    <a:pt x="43186" y="1315412"/>
                  </a:lnTo>
                  <a:lnTo>
                    <a:pt x="35020" y="1266702"/>
                  </a:lnTo>
                  <a:lnTo>
                    <a:pt x="27702" y="1217836"/>
                  </a:lnTo>
                  <a:lnTo>
                    <a:pt x="21233" y="1168825"/>
                  </a:lnTo>
                  <a:lnTo>
                    <a:pt x="15618" y="1119680"/>
                  </a:lnTo>
                  <a:lnTo>
                    <a:pt x="10858" y="1070412"/>
                  </a:lnTo>
                  <a:lnTo>
                    <a:pt x="6957" y="1021031"/>
                  </a:lnTo>
                  <a:lnTo>
                    <a:pt x="3917" y="971549"/>
                  </a:lnTo>
                  <a:lnTo>
                    <a:pt x="1743" y="921976"/>
                  </a:lnTo>
                  <a:lnTo>
                    <a:pt x="436" y="872324"/>
                  </a:lnTo>
                  <a:lnTo>
                    <a:pt x="0" y="822604"/>
                  </a:lnTo>
                  <a:lnTo>
                    <a:pt x="436" y="772882"/>
                  </a:lnTo>
                  <a:lnTo>
                    <a:pt x="1743" y="723229"/>
                  </a:lnTo>
                  <a:lnTo>
                    <a:pt x="3917" y="673656"/>
                  </a:lnTo>
                  <a:lnTo>
                    <a:pt x="6957" y="624172"/>
                  </a:lnTo>
                  <a:lnTo>
                    <a:pt x="10858" y="574791"/>
                  </a:lnTo>
                  <a:lnTo>
                    <a:pt x="15618" y="525521"/>
                  </a:lnTo>
                  <a:lnTo>
                    <a:pt x="21233" y="476375"/>
                  </a:lnTo>
                  <a:lnTo>
                    <a:pt x="27702" y="427364"/>
                  </a:lnTo>
                  <a:lnTo>
                    <a:pt x="35020" y="378498"/>
                  </a:lnTo>
                  <a:lnTo>
                    <a:pt x="43186" y="329787"/>
                  </a:lnTo>
                  <a:lnTo>
                    <a:pt x="52195" y="281245"/>
                  </a:lnTo>
                  <a:lnTo>
                    <a:pt x="62045" y="232880"/>
                  </a:lnTo>
                  <a:lnTo>
                    <a:pt x="72734" y="184704"/>
                  </a:lnTo>
                  <a:lnTo>
                    <a:pt x="84257" y="136729"/>
                  </a:lnTo>
                  <a:lnTo>
                    <a:pt x="96613" y="88965"/>
                  </a:lnTo>
                  <a:lnTo>
                    <a:pt x="109798" y="41422"/>
                  </a:lnTo>
                  <a:lnTo>
                    <a:pt x="122066" y="0"/>
                  </a:lnTo>
                </a:path>
                <a:path w="1767840" h="3448685">
                  <a:moveTo>
                    <a:pt x="1767598" y="2409247"/>
                  </a:moveTo>
                  <a:lnTo>
                    <a:pt x="1696694" y="2365265"/>
                  </a:lnTo>
                  <a:lnTo>
                    <a:pt x="1654807" y="2336858"/>
                  </a:lnTo>
                  <a:lnTo>
                    <a:pt x="1613823" y="2307278"/>
                  </a:lnTo>
                  <a:lnTo>
                    <a:pt x="1573761" y="2276548"/>
                  </a:lnTo>
                  <a:lnTo>
                    <a:pt x="1534647" y="2244692"/>
                  </a:lnTo>
                  <a:lnTo>
                    <a:pt x="1496501" y="2211730"/>
                  </a:lnTo>
                  <a:lnTo>
                    <a:pt x="1459347" y="2177687"/>
                  </a:lnTo>
                  <a:lnTo>
                    <a:pt x="1423208" y="2142585"/>
                  </a:lnTo>
                  <a:lnTo>
                    <a:pt x="1388105" y="2106446"/>
                  </a:lnTo>
                  <a:lnTo>
                    <a:pt x="1354061" y="2069292"/>
                  </a:lnTo>
                  <a:lnTo>
                    <a:pt x="1321100" y="2031148"/>
                  </a:lnTo>
                  <a:lnTo>
                    <a:pt x="1289243" y="1992034"/>
                  </a:lnTo>
                  <a:lnTo>
                    <a:pt x="1258513" y="1951974"/>
                  </a:lnTo>
                  <a:lnTo>
                    <a:pt x="1228933" y="1910991"/>
                  </a:lnTo>
                  <a:lnTo>
                    <a:pt x="1200525" y="1869106"/>
                  </a:lnTo>
                  <a:lnTo>
                    <a:pt x="1173313" y="1826343"/>
                  </a:lnTo>
                  <a:lnTo>
                    <a:pt x="1147317" y="1782724"/>
                  </a:lnTo>
                  <a:lnTo>
                    <a:pt x="1122549" y="1738361"/>
                  </a:lnTo>
                  <a:lnTo>
                    <a:pt x="1099128" y="1693376"/>
                  </a:lnTo>
                  <a:lnTo>
                    <a:pt x="1077064" y="1647799"/>
                  </a:lnTo>
                  <a:lnTo>
                    <a:pt x="1056364" y="1601661"/>
                  </a:lnTo>
                  <a:lnTo>
                    <a:pt x="1037037" y="1554993"/>
                  </a:lnTo>
                  <a:lnTo>
                    <a:pt x="1019091" y="1507825"/>
                  </a:lnTo>
                  <a:lnTo>
                    <a:pt x="1002533" y="1460189"/>
                  </a:lnTo>
                  <a:lnTo>
                    <a:pt x="987373" y="1412115"/>
                  </a:lnTo>
                  <a:lnTo>
                    <a:pt x="973618" y="1363633"/>
                  </a:lnTo>
                  <a:lnTo>
                    <a:pt x="961276" y="1314775"/>
                  </a:lnTo>
                  <a:lnTo>
                    <a:pt x="950356" y="1265572"/>
                  </a:lnTo>
                  <a:lnTo>
                    <a:pt x="940865" y="1216053"/>
                  </a:lnTo>
                  <a:lnTo>
                    <a:pt x="932812" y="1166250"/>
                  </a:lnTo>
                  <a:lnTo>
                    <a:pt x="926206" y="1116193"/>
                  </a:lnTo>
                  <a:lnTo>
                    <a:pt x="921053" y="1065913"/>
                  </a:lnTo>
                  <a:lnTo>
                    <a:pt x="917362" y="1015441"/>
                  </a:lnTo>
                  <a:lnTo>
                    <a:pt x="915141" y="964808"/>
                  </a:lnTo>
                  <a:lnTo>
                    <a:pt x="914400" y="914044"/>
                  </a:lnTo>
                  <a:lnTo>
                    <a:pt x="915141" y="863278"/>
                  </a:lnTo>
                  <a:lnTo>
                    <a:pt x="917362" y="812643"/>
                  </a:lnTo>
                  <a:lnTo>
                    <a:pt x="921053" y="762170"/>
                  </a:lnTo>
                  <a:lnTo>
                    <a:pt x="926206" y="711889"/>
                  </a:lnTo>
                  <a:lnTo>
                    <a:pt x="932812" y="661831"/>
                  </a:lnTo>
                  <a:lnTo>
                    <a:pt x="940865" y="612027"/>
                  </a:lnTo>
                  <a:lnTo>
                    <a:pt x="950356" y="562507"/>
                  </a:lnTo>
                  <a:lnTo>
                    <a:pt x="961276" y="513303"/>
                  </a:lnTo>
                  <a:lnTo>
                    <a:pt x="973618" y="464445"/>
                  </a:lnTo>
                  <a:lnTo>
                    <a:pt x="987373" y="415963"/>
                  </a:lnTo>
                  <a:lnTo>
                    <a:pt x="1002533" y="367890"/>
                  </a:lnTo>
                  <a:lnTo>
                    <a:pt x="1019091" y="320254"/>
                  </a:lnTo>
                  <a:lnTo>
                    <a:pt x="1037037" y="273087"/>
                  </a:lnTo>
                  <a:lnTo>
                    <a:pt x="1056364" y="226420"/>
                  </a:lnTo>
                  <a:lnTo>
                    <a:pt x="1077064" y="180284"/>
                  </a:lnTo>
                  <a:lnTo>
                    <a:pt x="1099128" y="134708"/>
                  </a:lnTo>
                  <a:lnTo>
                    <a:pt x="1122549" y="89725"/>
                  </a:lnTo>
                  <a:lnTo>
                    <a:pt x="1147317" y="45364"/>
                  </a:lnTo>
                  <a:lnTo>
                    <a:pt x="1173313" y="1743"/>
                  </a:lnTo>
                  <a:lnTo>
                    <a:pt x="1174422" y="0"/>
                  </a:lnTo>
                </a:path>
              </a:pathLst>
            </a:custGeom>
            <a:ln w="647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arrow_forward icon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228755" y="1014476"/>
              <a:ext cx="182524" cy="1825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32120" y="1563484"/>
              <a:ext cx="6007735" cy="0"/>
            </a:xfrm>
            <a:custGeom>
              <a:avLst/>
              <a:gdLst/>
              <a:ahLst/>
              <a:cxnLst/>
              <a:rect l="l" t="t" r="r" b="b"/>
              <a:pathLst>
                <a:path w="6007734">
                  <a:moveTo>
                    <a:pt x="0" y="0"/>
                  </a:moveTo>
                  <a:lnTo>
                    <a:pt x="6007315" y="0"/>
                  </a:lnTo>
                </a:path>
              </a:pathLst>
            </a:custGeom>
            <a:ln w="575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arrow_forward icon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228755" y="1801075"/>
              <a:ext cx="182524" cy="1825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32120" y="2349715"/>
              <a:ext cx="6007735" cy="0"/>
            </a:xfrm>
            <a:custGeom>
              <a:avLst/>
              <a:gdLst/>
              <a:ahLst/>
              <a:cxnLst/>
              <a:rect l="l" t="t" r="r" b="b"/>
              <a:pathLst>
                <a:path w="6007734">
                  <a:moveTo>
                    <a:pt x="0" y="0"/>
                  </a:moveTo>
                  <a:lnTo>
                    <a:pt x="6007315" y="0"/>
                  </a:lnTo>
                </a:path>
              </a:pathLst>
            </a:custGeom>
            <a:ln w="575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arrow_forward icon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228755" y="2587320"/>
              <a:ext cx="182524" cy="1825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532120" y="3136315"/>
              <a:ext cx="6007735" cy="0"/>
            </a:xfrm>
            <a:custGeom>
              <a:avLst/>
              <a:gdLst/>
              <a:ahLst/>
              <a:cxnLst/>
              <a:rect l="l" t="t" r="r" b="b"/>
              <a:pathLst>
                <a:path w="6007734">
                  <a:moveTo>
                    <a:pt x="0" y="0"/>
                  </a:moveTo>
                  <a:lnTo>
                    <a:pt x="6007315" y="0"/>
                  </a:lnTo>
                </a:path>
              </a:pathLst>
            </a:custGeom>
            <a:ln w="575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arrow_forward icon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228755" y="3373920"/>
              <a:ext cx="182524" cy="1825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18819" y="3388588"/>
            <a:ext cx="1931670" cy="795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4036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One</a:t>
            </a:r>
            <a:r>
              <a:rPr sz="1600" i="1" spc="-5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6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record</a:t>
            </a:r>
            <a:r>
              <a:rPr sz="1600" i="1" spc="-4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600" i="1" spc="-1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store. </a:t>
            </a:r>
            <a:r>
              <a:rPr sz="16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Five</a:t>
            </a:r>
            <a:r>
              <a:rPr sz="1600" i="1" spc="-4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600" i="1" spc="-1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workflows.</a:t>
            </a:r>
            <a:endParaRPr sz="1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6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Zero</a:t>
            </a:r>
            <a:r>
              <a:rPr sz="1600" i="1" spc="-6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6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duplicate</a:t>
            </a:r>
            <a:r>
              <a:rPr sz="1600" i="1" spc="-6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600" i="1" spc="-1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entry.</a:t>
            </a:r>
            <a:endParaRPr sz="1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8464" y="5034508"/>
            <a:ext cx="391160" cy="57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15</a:t>
            </a:r>
            <a:endParaRPr sz="24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650" b="1" spc="-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650" b="1" spc="-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650" b="1" spc="-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650" b="1" spc="-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650" b="1" spc="-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71700" y="5034508"/>
            <a:ext cx="584835" cy="57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06</a:t>
            </a:r>
            <a:endParaRPr sz="24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650" b="1" spc="-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650" b="1" spc="-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650" b="1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650" b="1" spc="-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650" b="1" spc="-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650" b="1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4935" y="5034508"/>
            <a:ext cx="720725" cy="57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05</a:t>
            </a:r>
            <a:endParaRPr sz="24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650" b="1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K</a:t>
            </a:r>
            <a:r>
              <a:rPr sz="650" b="1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650" b="1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650" b="1" spc="-4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650" b="1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30075" y="822960"/>
            <a:ext cx="0" cy="5166360"/>
          </a:xfrm>
          <a:custGeom>
            <a:avLst/>
            <a:gdLst/>
            <a:ahLst/>
            <a:cxnLst/>
            <a:rect l="l" t="t" r="r" b="b"/>
            <a:pathLst>
              <a:path h="5166360">
                <a:moveTo>
                  <a:pt x="0" y="0"/>
                </a:moveTo>
                <a:lnTo>
                  <a:pt x="0" y="5166359"/>
                </a:lnTo>
              </a:path>
            </a:pathLst>
          </a:custGeom>
          <a:ln w="755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519064" y="883704"/>
            <a:ext cx="1790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01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21984" y="837615"/>
            <a:ext cx="2800985" cy="52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Problem</a:t>
            </a:r>
            <a:r>
              <a:rPr sz="1550" b="1" spc="-1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Statement</a:t>
            </a:r>
            <a:endParaRPr sz="155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Why</a:t>
            </a:r>
            <a:r>
              <a:rPr sz="10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fragmented</a:t>
            </a:r>
            <a:r>
              <a:rPr sz="10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registers</a:t>
            </a:r>
            <a:r>
              <a:rPr sz="10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break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hotel</a:t>
            </a:r>
            <a:r>
              <a:rPr sz="10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operations</a:t>
            </a:r>
            <a:endParaRPr sz="10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19064" y="1670304"/>
            <a:ext cx="1790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02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21984" y="1624215"/>
            <a:ext cx="2794000" cy="52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The</a:t>
            </a:r>
            <a:r>
              <a:rPr sz="1550" b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Solution</a:t>
            </a:r>
            <a:endParaRPr sz="155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Objectives,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roles and the</a:t>
            </a:r>
            <a:r>
              <a:rPr sz="100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end-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to-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end system </a:t>
            </a:r>
            <a:r>
              <a:rPr sz="10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flow</a:t>
            </a:r>
            <a:endParaRPr sz="10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19064" y="2456535"/>
            <a:ext cx="1790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03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21984" y="2410460"/>
            <a:ext cx="2738755" cy="52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Access</a:t>
            </a:r>
            <a:r>
              <a:rPr sz="1550" b="1" spc="-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&amp;</a:t>
            </a:r>
            <a:r>
              <a:rPr sz="1550" b="1" spc="-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Reservations</a:t>
            </a:r>
            <a:endParaRPr sz="155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Login,</a:t>
            </a:r>
            <a:r>
              <a:rPr sz="10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dashboards,</a:t>
            </a:r>
            <a:r>
              <a:rPr sz="10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inventory</a:t>
            </a:r>
            <a:r>
              <a:rPr sz="10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booking</a:t>
            </a:r>
            <a:endParaRPr sz="10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19064" y="3242779"/>
            <a:ext cx="1790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04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21984" y="3196691"/>
            <a:ext cx="2740025" cy="52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Dining</a:t>
            </a:r>
            <a:r>
              <a:rPr sz="1550" b="1" spc="-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&amp;</a:t>
            </a:r>
            <a:r>
              <a:rPr sz="1550" b="1" spc="-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Billing</a:t>
            </a:r>
            <a:endParaRPr sz="155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Menu,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orders,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itemized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folio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0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checkout</a:t>
            </a:r>
            <a:endParaRPr sz="10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32120" y="3922560"/>
            <a:ext cx="6007735" cy="0"/>
          </a:xfrm>
          <a:custGeom>
            <a:avLst/>
            <a:gdLst/>
            <a:ahLst/>
            <a:cxnLst/>
            <a:rect l="l" t="t" r="r" b="b"/>
            <a:pathLst>
              <a:path w="6007734">
                <a:moveTo>
                  <a:pt x="0" y="0"/>
                </a:moveTo>
                <a:lnTo>
                  <a:pt x="6007315" y="0"/>
                </a:lnTo>
              </a:path>
            </a:pathLst>
          </a:custGeom>
          <a:ln w="575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519064" y="4029379"/>
            <a:ext cx="1790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05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21984" y="3983291"/>
            <a:ext cx="2667635" cy="52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People</a:t>
            </a:r>
            <a:r>
              <a:rPr sz="1550" b="1" spc="-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&amp;</a:t>
            </a:r>
            <a:r>
              <a:rPr sz="1550" b="1" spc="-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Platform</a:t>
            </a:r>
            <a:endParaRPr sz="155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Staff,</a:t>
            </a:r>
            <a:r>
              <a:rPr sz="1000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payroll,</a:t>
            </a:r>
            <a:r>
              <a:rPr sz="10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10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engineering</a:t>
            </a:r>
            <a:r>
              <a:rPr sz="10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0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persistence</a:t>
            </a:r>
            <a:endParaRPr sz="1000">
              <a:latin typeface="Segoe UI" panose="020B0502040204020203"/>
              <a:cs typeface="Segoe UI" panose="020B0502040204020203"/>
            </a:endParaRPr>
          </a:p>
        </p:txBody>
      </p:sp>
      <p:pic>
        <p:nvPicPr>
          <p:cNvPr id="32" name="object 32" descr="arrow_forward icon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228755" y="4160151"/>
            <a:ext cx="182524" cy="182524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5532120" y="4709159"/>
            <a:ext cx="6007735" cy="0"/>
          </a:xfrm>
          <a:custGeom>
            <a:avLst/>
            <a:gdLst/>
            <a:ahLst/>
            <a:cxnLst/>
            <a:rect l="l" t="t" r="r" b="b"/>
            <a:pathLst>
              <a:path w="6007734">
                <a:moveTo>
                  <a:pt x="0" y="0"/>
                </a:moveTo>
                <a:lnTo>
                  <a:pt x="6007315" y="0"/>
                </a:lnTo>
              </a:path>
            </a:pathLst>
          </a:custGeom>
          <a:ln w="575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519064" y="4815623"/>
            <a:ext cx="1790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06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21984" y="4769535"/>
            <a:ext cx="2640965" cy="52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Impact</a:t>
            </a:r>
            <a:r>
              <a:rPr sz="1550" b="1" spc="-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&amp;</a:t>
            </a:r>
            <a:r>
              <a:rPr sz="1550" b="1" spc="-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Conclusion</a:t>
            </a:r>
            <a:endParaRPr sz="155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What</a:t>
            </a:r>
            <a:r>
              <a:rPr sz="10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works,</a:t>
            </a:r>
            <a:r>
              <a:rPr sz="100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what</a:t>
            </a:r>
            <a:r>
              <a:rPr sz="100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is</a:t>
            </a:r>
            <a:r>
              <a:rPr sz="100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next,</a:t>
            </a:r>
            <a:r>
              <a:rPr sz="100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00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00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closing</a:t>
            </a:r>
            <a:r>
              <a:rPr sz="100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note</a:t>
            </a:r>
            <a:endParaRPr sz="1000">
              <a:latin typeface="Segoe UI" panose="020B0502040204020203"/>
              <a:cs typeface="Segoe UI" panose="020B0502040204020203"/>
            </a:endParaRPr>
          </a:p>
        </p:txBody>
      </p:sp>
      <p:pic>
        <p:nvPicPr>
          <p:cNvPr id="36" name="object 36" descr="arrow_forward icon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228755" y="4946396"/>
            <a:ext cx="182524" cy="18252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731519" y="5961595"/>
            <a:ext cx="3840479" cy="0"/>
          </a:xfrm>
          <a:custGeom>
            <a:avLst/>
            <a:gdLst/>
            <a:ahLst/>
            <a:cxnLst/>
            <a:rect l="l" t="t" r="r" b="b"/>
            <a:pathLst>
              <a:path w="3840479">
                <a:moveTo>
                  <a:pt x="0" y="0"/>
                </a:moveTo>
                <a:lnTo>
                  <a:pt x="3840479" y="0"/>
                </a:lnTo>
              </a:path>
            </a:pathLst>
          </a:custGeom>
          <a:ln w="755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18464" y="6057988"/>
            <a:ext cx="2012314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X</a:t>
            </a:r>
            <a:r>
              <a:rPr sz="75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2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→</a:t>
            </a:r>
            <a:r>
              <a:rPr sz="750" b="1" spc="2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50" b="1" spc="3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1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50" b="1" spc="-10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5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H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·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H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7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G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Y</a:t>
            </a:r>
            <a:r>
              <a:rPr spc="-5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-50" dirty="0">
                <a:solidFill>
                  <a:srgbClr val="A8B6C3"/>
                </a:solidFill>
              </a:rPr>
              <a:t>M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60" dirty="0">
                <a:solidFill>
                  <a:srgbClr val="A8B6C3"/>
                </a:solidFill>
              </a:rPr>
              <a:t>AT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N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174653" y="6517314"/>
            <a:ext cx="432434" cy="1593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03</a:t>
            </a:r>
            <a:r>
              <a:rPr sz="800" b="1" spc="229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800" b="1" spc="2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-3239"/>
            <a:ext cx="12195175" cy="6860540"/>
            <a:chOff x="-355" y="-3239"/>
            <a:chExt cx="12195175" cy="6860540"/>
          </a:xfrm>
        </p:grpSpPr>
        <p:sp>
          <p:nvSpPr>
            <p:cNvPr id="3" name="object 3"/>
            <p:cNvSpPr/>
            <p:nvPr/>
          </p:nvSpPr>
          <p:spPr>
            <a:xfrm>
              <a:off x="-355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73" y="6857631"/>
                  </a:lnTo>
                  <a:lnTo>
                    <a:pt x="6095873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B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1555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A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1479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8F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47403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63314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85" y="6857631"/>
                  </a:lnTo>
                  <a:lnTo>
                    <a:pt x="6095885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237" y="-355"/>
              <a:ext cx="4064635" cy="6858000"/>
            </a:xfrm>
            <a:custGeom>
              <a:avLst/>
              <a:gdLst/>
              <a:ahLst/>
              <a:cxnLst/>
              <a:rect l="l" t="t" r="r" b="b"/>
              <a:pathLst>
                <a:path w="4064634" h="6858000">
                  <a:moveTo>
                    <a:pt x="0" y="6857631"/>
                  </a:moveTo>
                  <a:lnTo>
                    <a:pt x="4064038" y="6857631"/>
                  </a:lnTo>
                  <a:lnTo>
                    <a:pt x="4064038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6F0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5517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6095517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6095517" y="6857631"/>
                  </a:lnTo>
                  <a:lnTo>
                    <a:pt x="6095517" y="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11441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4E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2736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4063669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4063669" y="6857631"/>
                  </a:lnTo>
                  <a:lnTo>
                    <a:pt x="4063669" y="0"/>
                  </a:lnTo>
                  <a:close/>
                </a:path>
              </a:pathLst>
            </a:custGeom>
            <a:solidFill>
              <a:srgbClr val="F3EC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143276" y="-355"/>
              <a:ext cx="3048000" cy="6858000"/>
            </a:xfrm>
            <a:custGeom>
              <a:avLst/>
              <a:gdLst/>
              <a:ahLst/>
              <a:cxnLst/>
              <a:rect l="l" t="t" r="r" b="b"/>
              <a:pathLst>
                <a:path w="3048000" h="6858000">
                  <a:moveTo>
                    <a:pt x="3047758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3047758" y="6857631"/>
                  </a:lnTo>
                  <a:lnTo>
                    <a:pt x="3047758" y="0"/>
                  </a:lnTo>
                  <a:close/>
                </a:path>
              </a:pathLst>
            </a:custGeom>
            <a:solidFill>
              <a:srgbClr val="F1E9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159200" y="-355"/>
              <a:ext cx="2032000" cy="6858000"/>
            </a:xfrm>
            <a:custGeom>
              <a:avLst/>
              <a:gdLst/>
              <a:ahLst/>
              <a:cxnLst/>
              <a:rect l="l" t="t" r="r" b="b"/>
              <a:pathLst>
                <a:path w="2032000" h="6858000">
                  <a:moveTo>
                    <a:pt x="2031834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031834" y="6857631"/>
                  </a:lnTo>
                  <a:lnTo>
                    <a:pt x="2031834" y="0"/>
                  </a:lnTo>
                  <a:close/>
                </a:path>
              </a:pathLst>
            </a:custGeom>
            <a:solidFill>
              <a:srgbClr val="F0E9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175123" y="-355"/>
              <a:ext cx="1016000" cy="6858000"/>
            </a:xfrm>
            <a:custGeom>
              <a:avLst/>
              <a:gdLst/>
              <a:ahLst/>
              <a:cxnLst/>
              <a:rect l="l" t="t" r="r" b="b"/>
              <a:pathLst>
                <a:path w="1016000" h="6858000">
                  <a:moveTo>
                    <a:pt x="101591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1015911" y="6857631"/>
                  </a:lnTo>
                  <a:lnTo>
                    <a:pt x="1015911" y="0"/>
                  </a:lnTo>
                  <a:close/>
                </a:path>
              </a:pathLst>
            </a:custGeom>
            <a:solidFill>
              <a:srgbClr val="F0E6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881004" y="0"/>
              <a:ext cx="1310640" cy="1885314"/>
            </a:xfrm>
            <a:custGeom>
              <a:avLst/>
              <a:gdLst/>
              <a:ahLst/>
              <a:cxnLst/>
              <a:rect l="l" t="t" r="r" b="b"/>
              <a:pathLst>
                <a:path w="1310640" h="1885314">
                  <a:moveTo>
                    <a:pt x="1310398" y="1885177"/>
                  </a:moveTo>
                  <a:lnTo>
                    <a:pt x="1244313" y="1870169"/>
                  </a:lnTo>
                  <a:lnTo>
                    <a:pt x="1195492" y="1857082"/>
                  </a:lnTo>
                  <a:lnTo>
                    <a:pt x="1147092" y="1842497"/>
                  </a:lnTo>
                  <a:lnTo>
                    <a:pt x="1099147" y="1826423"/>
                  </a:lnTo>
                  <a:lnTo>
                    <a:pt x="1051692" y="1808868"/>
                  </a:lnTo>
                  <a:lnTo>
                    <a:pt x="1004761" y="1789842"/>
                  </a:lnTo>
                  <a:lnTo>
                    <a:pt x="958388" y="1769353"/>
                  </a:lnTo>
                  <a:lnTo>
                    <a:pt x="912607" y="1747410"/>
                  </a:lnTo>
                  <a:lnTo>
                    <a:pt x="867453" y="1724021"/>
                  </a:lnTo>
                  <a:lnTo>
                    <a:pt x="822959" y="1699196"/>
                  </a:lnTo>
                  <a:lnTo>
                    <a:pt x="779251" y="1673067"/>
                  </a:lnTo>
                  <a:lnTo>
                    <a:pt x="736451" y="1645648"/>
                  </a:lnTo>
                  <a:lnTo>
                    <a:pt x="694583" y="1616965"/>
                  </a:lnTo>
                  <a:lnTo>
                    <a:pt x="653674" y="1587043"/>
                  </a:lnTo>
                  <a:lnTo>
                    <a:pt x="613748" y="1555907"/>
                  </a:lnTo>
                  <a:lnTo>
                    <a:pt x="574832" y="1523584"/>
                  </a:lnTo>
                  <a:lnTo>
                    <a:pt x="536951" y="1490098"/>
                  </a:lnTo>
                  <a:lnTo>
                    <a:pt x="500131" y="1455476"/>
                  </a:lnTo>
                  <a:lnTo>
                    <a:pt x="464397" y="1419742"/>
                  </a:lnTo>
                  <a:lnTo>
                    <a:pt x="429773" y="1382922"/>
                  </a:lnTo>
                  <a:lnTo>
                    <a:pt x="396287" y="1345042"/>
                  </a:lnTo>
                  <a:lnTo>
                    <a:pt x="363964" y="1306127"/>
                  </a:lnTo>
                  <a:lnTo>
                    <a:pt x="332828" y="1266203"/>
                  </a:lnTo>
                  <a:lnTo>
                    <a:pt x="302906" y="1225295"/>
                  </a:lnTo>
                  <a:lnTo>
                    <a:pt x="274222" y="1183429"/>
                  </a:lnTo>
                  <a:lnTo>
                    <a:pt x="246804" y="1140630"/>
                  </a:lnTo>
                  <a:lnTo>
                    <a:pt x="220675" y="1096924"/>
                  </a:lnTo>
                  <a:lnTo>
                    <a:pt x="195852" y="1052429"/>
                  </a:lnTo>
                  <a:lnTo>
                    <a:pt x="172465" y="1007273"/>
                  </a:lnTo>
                  <a:lnTo>
                    <a:pt x="150523" y="961490"/>
                  </a:lnTo>
                  <a:lnTo>
                    <a:pt x="130036" y="915116"/>
                  </a:lnTo>
                  <a:lnTo>
                    <a:pt x="111011" y="868183"/>
                  </a:lnTo>
                  <a:lnTo>
                    <a:pt x="93457" y="820727"/>
                  </a:lnTo>
                  <a:lnTo>
                    <a:pt x="77384" y="772782"/>
                  </a:lnTo>
                  <a:lnTo>
                    <a:pt x="62799" y="724382"/>
                  </a:lnTo>
                  <a:lnTo>
                    <a:pt x="49713" y="675561"/>
                  </a:lnTo>
                  <a:lnTo>
                    <a:pt x="38133" y="626354"/>
                  </a:lnTo>
                  <a:lnTo>
                    <a:pt x="28069" y="576794"/>
                  </a:lnTo>
                  <a:lnTo>
                    <a:pt x="19529" y="526917"/>
                  </a:lnTo>
                  <a:lnTo>
                    <a:pt x="12522" y="476756"/>
                  </a:lnTo>
                  <a:lnTo>
                    <a:pt x="7056" y="426346"/>
                  </a:lnTo>
                  <a:lnTo>
                    <a:pt x="3142" y="375721"/>
                  </a:lnTo>
                  <a:lnTo>
                    <a:pt x="787" y="324916"/>
                  </a:lnTo>
                  <a:lnTo>
                    <a:pt x="0" y="273964"/>
                  </a:lnTo>
                  <a:lnTo>
                    <a:pt x="787" y="223010"/>
                  </a:lnTo>
                  <a:lnTo>
                    <a:pt x="3142" y="172202"/>
                  </a:lnTo>
                  <a:lnTo>
                    <a:pt x="7056" y="121576"/>
                  </a:lnTo>
                  <a:lnTo>
                    <a:pt x="12522" y="71165"/>
                  </a:lnTo>
                  <a:lnTo>
                    <a:pt x="19529" y="21003"/>
                  </a:lnTo>
                  <a:lnTo>
                    <a:pt x="23125" y="0"/>
                  </a:lnTo>
                </a:path>
              </a:pathLst>
            </a:custGeom>
            <a:ln w="647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81304" y="353415"/>
            <a:ext cx="209423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900" b="1" spc="4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b="1" spc="4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900" b="1" spc="4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A1A2B"/>
                </a:solidFill>
              </a:rPr>
              <a:t>Five</a:t>
            </a:r>
            <a:r>
              <a:rPr spc="-9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registers.</a:t>
            </a:r>
            <a:r>
              <a:rPr spc="-9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No</a:t>
            </a:r>
            <a:r>
              <a:rPr spc="-9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shared</a:t>
            </a:r>
            <a:r>
              <a:rPr spc="-9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source</a:t>
            </a:r>
            <a:r>
              <a:rPr spc="-9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of</a:t>
            </a:r>
            <a:r>
              <a:rPr spc="-100" dirty="0">
                <a:solidFill>
                  <a:srgbClr val="0A1A2B"/>
                </a:solidFill>
              </a:rPr>
              <a:t> </a:t>
            </a:r>
            <a:r>
              <a:rPr spc="-10" dirty="0">
                <a:solidFill>
                  <a:srgbClr val="0A1A2B"/>
                </a:solidFill>
              </a:rPr>
              <a:t>truth.</a:t>
            </a:r>
            <a:endParaRPr spc="-10" dirty="0">
              <a:solidFill>
                <a:srgbClr val="0A1A2B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4359" y="1645920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935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590580" y="1779300"/>
            <a:ext cx="6545580" cy="940435"/>
            <a:chOff x="590580" y="1779300"/>
            <a:chExt cx="6545580" cy="940435"/>
          </a:xfrm>
        </p:grpSpPr>
        <p:sp>
          <p:nvSpPr>
            <p:cNvPr id="20" name="object 20"/>
            <p:cNvSpPr/>
            <p:nvPr/>
          </p:nvSpPr>
          <p:spPr>
            <a:xfrm>
              <a:off x="594360" y="1783080"/>
              <a:ext cx="6537959" cy="932815"/>
            </a:xfrm>
            <a:custGeom>
              <a:avLst/>
              <a:gdLst/>
              <a:ahLst/>
              <a:cxnLst/>
              <a:rect l="l" t="t" r="r" b="b"/>
              <a:pathLst>
                <a:path w="6537959" h="932814">
                  <a:moveTo>
                    <a:pt x="6514922" y="0"/>
                  </a:moveTo>
                  <a:lnTo>
                    <a:pt x="22682" y="0"/>
                  </a:lnTo>
                  <a:lnTo>
                    <a:pt x="17995" y="1079"/>
                  </a:lnTo>
                  <a:lnTo>
                    <a:pt x="0" y="22682"/>
                  </a:lnTo>
                  <a:lnTo>
                    <a:pt x="0" y="910082"/>
                  </a:lnTo>
                  <a:lnTo>
                    <a:pt x="22682" y="932764"/>
                  </a:lnTo>
                  <a:lnTo>
                    <a:pt x="6515277" y="932395"/>
                  </a:lnTo>
                  <a:lnTo>
                    <a:pt x="6537960" y="905040"/>
                  </a:lnTo>
                  <a:lnTo>
                    <a:pt x="6537606" y="27355"/>
                  </a:lnTo>
                  <a:lnTo>
                    <a:pt x="6514922" y="0"/>
                  </a:lnTo>
                  <a:close/>
                </a:path>
              </a:pathLst>
            </a:custGeom>
            <a:solidFill>
              <a:srgbClr val="EDE2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94360" y="1783080"/>
              <a:ext cx="6537959" cy="932815"/>
            </a:xfrm>
            <a:custGeom>
              <a:avLst/>
              <a:gdLst/>
              <a:ahLst/>
              <a:cxnLst/>
              <a:rect l="l" t="t" r="r" b="b"/>
              <a:pathLst>
                <a:path w="6537959" h="932814">
                  <a:moveTo>
                    <a:pt x="0" y="27355"/>
                  </a:moveTo>
                  <a:lnTo>
                    <a:pt x="0" y="22682"/>
                  </a:lnTo>
                  <a:lnTo>
                    <a:pt x="1435" y="17640"/>
                  </a:lnTo>
                  <a:lnTo>
                    <a:pt x="22682" y="0"/>
                  </a:lnTo>
                  <a:lnTo>
                    <a:pt x="27355" y="0"/>
                  </a:lnTo>
                  <a:lnTo>
                    <a:pt x="6510235" y="0"/>
                  </a:lnTo>
                  <a:lnTo>
                    <a:pt x="6514922" y="0"/>
                  </a:lnTo>
                  <a:lnTo>
                    <a:pt x="6519964" y="1435"/>
                  </a:lnTo>
                  <a:lnTo>
                    <a:pt x="6537604" y="22682"/>
                  </a:lnTo>
                  <a:lnTo>
                    <a:pt x="6537604" y="27355"/>
                  </a:lnTo>
                  <a:lnTo>
                    <a:pt x="6537960" y="905040"/>
                  </a:lnTo>
                  <a:lnTo>
                    <a:pt x="6537960" y="909713"/>
                  </a:lnTo>
                  <a:lnTo>
                    <a:pt x="6536524" y="914755"/>
                  </a:lnTo>
                  <a:lnTo>
                    <a:pt x="6515277" y="932395"/>
                  </a:lnTo>
                  <a:lnTo>
                    <a:pt x="6510604" y="932395"/>
                  </a:lnTo>
                  <a:lnTo>
                    <a:pt x="27355" y="932764"/>
                  </a:lnTo>
                  <a:lnTo>
                    <a:pt x="22682" y="932764"/>
                  </a:lnTo>
                  <a:lnTo>
                    <a:pt x="17640" y="931316"/>
                  </a:lnTo>
                  <a:lnTo>
                    <a:pt x="0" y="910082"/>
                  </a:lnTo>
                  <a:lnTo>
                    <a:pt x="0" y="905395"/>
                  </a:lnTo>
                  <a:lnTo>
                    <a:pt x="0" y="27355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94004" y="1783080"/>
              <a:ext cx="50165" cy="932815"/>
            </a:xfrm>
            <a:custGeom>
              <a:avLst/>
              <a:gdLst/>
              <a:ahLst/>
              <a:cxnLst/>
              <a:rect l="l" t="t" r="r" b="b"/>
              <a:pathLst>
                <a:path w="50165" h="932814">
                  <a:moveTo>
                    <a:pt x="50038" y="0"/>
                  </a:moveTo>
                  <a:lnTo>
                    <a:pt x="0" y="0"/>
                  </a:lnTo>
                  <a:lnTo>
                    <a:pt x="0" y="932395"/>
                  </a:lnTo>
                  <a:lnTo>
                    <a:pt x="25196" y="932395"/>
                  </a:lnTo>
                  <a:lnTo>
                    <a:pt x="50038" y="932395"/>
                  </a:lnTo>
                  <a:lnTo>
                    <a:pt x="50038" y="0"/>
                  </a:lnTo>
                  <a:close/>
                </a:path>
              </a:pathLst>
            </a:custGeom>
            <a:solidFill>
              <a:srgbClr val="C5A05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594359" y="2907715"/>
            <a:ext cx="384175" cy="384175"/>
            <a:chOff x="594359" y="2907715"/>
            <a:chExt cx="384175" cy="384175"/>
          </a:xfrm>
        </p:grpSpPr>
        <p:sp>
          <p:nvSpPr>
            <p:cNvPr id="24" name="object 24"/>
            <p:cNvSpPr/>
            <p:nvPr/>
          </p:nvSpPr>
          <p:spPr>
            <a:xfrm>
              <a:off x="594359" y="290771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38"/>
                  </a:lnTo>
                  <a:lnTo>
                    <a:pt x="39624" y="308895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895"/>
                  </a:lnTo>
                  <a:lnTo>
                    <a:pt x="369540" y="265438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F0E8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hotel icon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99477" y="3012478"/>
              <a:ext cx="182524" cy="182524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594359" y="3566159"/>
            <a:ext cx="6337300" cy="0"/>
          </a:xfrm>
          <a:custGeom>
            <a:avLst/>
            <a:gdLst/>
            <a:ahLst/>
            <a:cxnLst/>
            <a:rect l="l" t="t" r="r" b="b"/>
            <a:pathLst>
              <a:path w="6337300">
                <a:moveTo>
                  <a:pt x="0" y="0"/>
                </a:moveTo>
                <a:lnTo>
                  <a:pt x="6336715" y="0"/>
                </a:lnTo>
              </a:path>
            </a:pathLst>
          </a:custGeom>
          <a:ln w="575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594359" y="3694315"/>
            <a:ext cx="384175" cy="384175"/>
            <a:chOff x="594359" y="3694315"/>
            <a:chExt cx="384175" cy="384175"/>
          </a:xfrm>
        </p:grpSpPr>
        <p:sp>
          <p:nvSpPr>
            <p:cNvPr id="28" name="object 28"/>
            <p:cNvSpPr/>
            <p:nvPr/>
          </p:nvSpPr>
          <p:spPr>
            <a:xfrm>
              <a:off x="594359" y="369431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4" y="308900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F0E8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peop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477" y="3799077"/>
              <a:ext cx="182524" cy="182524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594359" y="4352404"/>
            <a:ext cx="6337300" cy="0"/>
          </a:xfrm>
          <a:custGeom>
            <a:avLst/>
            <a:gdLst/>
            <a:ahLst/>
            <a:cxnLst/>
            <a:rect l="l" t="t" r="r" b="b"/>
            <a:pathLst>
              <a:path w="6337300">
                <a:moveTo>
                  <a:pt x="0" y="0"/>
                </a:moveTo>
                <a:lnTo>
                  <a:pt x="6336715" y="0"/>
                </a:lnTo>
              </a:path>
            </a:pathLst>
          </a:custGeom>
          <a:ln w="575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1" name="object 31"/>
          <p:cNvGrpSpPr/>
          <p:nvPr/>
        </p:nvGrpSpPr>
        <p:grpSpPr>
          <a:xfrm>
            <a:off x="594359" y="4480559"/>
            <a:ext cx="384175" cy="384175"/>
            <a:chOff x="594359" y="4480559"/>
            <a:chExt cx="384175" cy="384175"/>
          </a:xfrm>
        </p:grpSpPr>
        <p:sp>
          <p:nvSpPr>
            <p:cNvPr id="32" name="object 32"/>
            <p:cNvSpPr/>
            <p:nvPr/>
          </p:nvSpPr>
          <p:spPr>
            <a:xfrm>
              <a:off x="594359" y="448055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4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7"/>
                  </a:lnTo>
                  <a:lnTo>
                    <a:pt x="6572" y="142063"/>
                  </a:lnTo>
                  <a:lnTo>
                    <a:pt x="0" y="191884"/>
                  </a:lnTo>
                  <a:lnTo>
                    <a:pt x="1665" y="217074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92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2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74"/>
                  </a:lnTo>
                  <a:lnTo>
                    <a:pt x="384124" y="191884"/>
                  </a:lnTo>
                  <a:lnTo>
                    <a:pt x="382458" y="166686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F0E8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receipt_long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477" y="4585309"/>
              <a:ext cx="182524" cy="182524"/>
            </a:xfrm>
            <a:prstGeom prst="rect">
              <a:avLst/>
            </a:prstGeom>
          </p:spPr>
        </p:pic>
      </p:grpSp>
      <p:sp>
        <p:nvSpPr>
          <p:cNvPr id="34" name="object 34"/>
          <p:cNvSpPr/>
          <p:nvPr/>
        </p:nvSpPr>
        <p:spPr>
          <a:xfrm>
            <a:off x="594359" y="5138635"/>
            <a:ext cx="6337300" cy="0"/>
          </a:xfrm>
          <a:custGeom>
            <a:avLst/>
            <a:gdLst/>
            <a:ahLst/>
            <a:cxnLst/>
            <a:rect l="l" t="t" r="r" b="b"/>
            <a:pathLst>
              <a:path w="6337300">
                <a:moveTo>
                  <a:pt x="0" y="0"/>
                </a:moveTo>
                <a:lnTo>
                  <a:pt x="6336715" y="0"/>
                </a:lnTo>
              </a:path>
            </a:pathLst>
          </a:custGeom>
          <a:ln w="575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" name="object 35"/>
          <p:cNvGrpSpPr/>
          <p:nvPr/>
        </p:nvGrpSpPr>
        <p:grpSpPr>
          <a:xfrm>
            <a:off x="594359" y="5266804"/>
            <a:ext cx="384175" cy="384175"/>
            <a:chOff x="594359" y="5266804"/>
            <a:chExt cx="384175" cy="384175"/>
          </a:xfrm>
        </p:grpSpPr>
        <p:sp>
          <p:nvSpPr>
            <p:cNvPr id="36" name="object 36"/>
            <p:cNvSpPr/>
            <p:nvPr/>
          </p:nvSpPr>
          <p:spPr>
            <a:xfrm>
              <a:off x="594359" y="526680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2"/>
                  </a:lnTo>
                  <a:lnTo>
                    <a:pt x="96126" y="25552"/>
                  </a:lnTo>
                  <a:lnTo>
                    <a:pt x="56249" y="56068"/>
                  </a:lnTo>
                  <a:lnTo>
                    <a:pt x="25565" y="95757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87"/>
                  </a:lnTo>
                  <a:lnTo>
                    <a:pt x="118686" y="369382"/>
                  </a:lnTo>
                  <a:lnTo>
                    <a:pt x="167044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5" y="344187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F0E8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calendar_month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477" y="5371909"/>
              <a:ext cx="182524" cy="182524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120940" y="5178946"/>
            <a:ext cx="3182620" cy="4457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Attendance</a:t>
            </a:r>
            <a:r>
              <a:rPr sz="1200" b="1" spc="-4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200" b="1" spc="-4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payroll</a:t>
            </a:r>
            <a:r>
              <a:rPr sz="1200" b="1" spc="-4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kept</a:t>
            </a:r>
            <a:r>
              <a:rPr sz="1200" b="1" spc="-4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on</a:t>
            </a:r>
            <a:r>
              <a:rPr sz="1200" b="1" spc="-4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paper</a:t>
            </a:r>
            <a:endParaRPr sz="12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Salary</a:t>
            </a:r>
            <a:r>
              <a:rPr sz="9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mistakes,</a:t>
            </a:r>
            <a:r>
              <a:rPr sz="9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delayed</a:t>
            </a:r>
            <a:r>
              <a:rPr sz="950" spc="8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payments</a:t>
            </a:r>
            <a:r>
              <a:rPr sz="950" spc="8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avoidable</a:t>
            </a:r>
            <a:r>
              <a:rPr sz="9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friction.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40" name="object 40" descr="White hotel facade and pool at dusk"/>
          <p:cNvGrpSpPr/>
          <p:nvPr/>
        </p:nvGrpSpPr>
        <p:grpSpPr>
          <a:xfrm>
            <a:off x="7433995" y="1783079"/>
            <a:ext cx="4160520" cy="4224020"/>
            <a:chOff x="7433995" y="1783079"/>
            <a:chExt cx="4160520" cy="4224020"/>
          </a:xfrm>
        </p:grpSpPr>
        <p:pic>
          <p:nvPicPr>
            <p:cNvPr id="41" name="object 41" descr="White hotel facade and pool at dusk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3995" y="1783079"/>
              <a:ext cx="4160164" cy="422388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433995" y="4690440"/>
              <a:ext cx="4160520" cy="1316990"/>
            </a:xfrm>
            <a:custGeom>
              <a:avLst/>
              <a:gdLst/>
              <a:ahLst/>
              <a:cxnLst/>
              <a:rect l="l" t="t" r="r" b="b"/>
              <a:pathLst>
                <a:path w="4160520" h="1316989">
                  <a:moveTo>
                    <a:pt x="4160164" y="0"/>
                  </a:moveTo>
                  <a:lnTo>
                    <a:pt x="0" y="0"/>
                  </a:lnTo>
                  <a:lnTo>
                    <a:pt x="0" y="1316520"/>
                  </a:lnTo>
                  <a:lnTo>
                    <a:pt x="2080082" y="1316520"/>
                  </a:lnTo>
                  <a:lnTo>
                    <a:pt x="4160164" y="1316520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689964" y="4836959"/>
              <a:ext cx="749935" cy="0"/>
            </a:xfrm>
            <a:custGeom>
              <a:avLst/>
              <a:gdLst/>
              <a:ahLst/>
              <a:cxnLst/>
              <a:rect l="l" t="t" r="r" b="b"/>
              <a:pathLst>
                <a:path w="749934">
                  <a:moveTo>
                    <a:pt x="0" y="0"/>
                  </a:moveTo>
                  <a:lnTo>
                    <a:pt x="749871" y="0"/>
                  </a:lnTo>
                </a:path>
              </a:pathLst>
            </a:custGeom>
            <a:ln w="1259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581304" y="1240459"/>
            <a:ext cx="9122410" cy="3850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availability,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guest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details,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orders,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bills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payroll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live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in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separate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places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—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so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every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handoff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costs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time,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accuracy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revenue.</a:t>
            </a:r>
            <a:endParaRPr sz="11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</a:pPr>
            <a:endParaRPr sz="11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150">
              <a:latin typeface="Segoe UI" panose="020B0502040204020203"/>
              <a:cs typeface="Segoe UI" panose="020B0502040204020203"/>
            </a:endParaRPr>
          </a:p>
          <a:p>
            <a:pPr marL="222885" algn="just">
              <a:lnSpc>
                <a:spcPct val="100000"/>
              </a:lnSpc>
              <a:spcBef>
                <a:spcPts val="5"/>
              </a:spcBef>
            </a:pP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2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4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3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700" b="1" spc="-2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-2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3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00" b="1" spc="34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3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8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8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2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3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00" b="1" spc="-3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3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-2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700">
              <a:latin typeface="Segoe UI" panose="020B0502040204020203"/>
              <a:cs typeface="Segoe UI" panose="020B0502040204020203"/>
            </a:endParaRPr>
          </a:p>
          <a:p>
            <a:pPr marL="222885" marR="2866390" algn="just">
              <a:lnSpc>
                <a:spcPct val="118000"/>
              </a:lnSpc>
              <a:spcBef>
                <a:spcPts val="435"/>
              </a:spcBef>
            </a:pP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Hotel</a:t>
            </a:r>
            <a:r>
              <a:rPr sz="1200" i="1" spc="-3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records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live</a:t>
            </a:r>
            <a:r>
              <a:rPr sz="1200" i="1" spc="-3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in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separate</a:t>
            </a:r>
            <a:r>
              <a:rPr sz="1200" i="1" spc="-3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registers.</a:t>
            </a:r>
            <a:r>
              <a:rPr sz="1200" i="1" spc="-2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spc="-1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Availability,</a:t>
            </a:r>
            <a:r>
              <a:rPr sz="1200" i="1" spc="-3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guest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details,</a:t>
            </a:r>
            <a:r>
              <a:rPr sz="1200" i="1" spc="-3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food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orders,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bills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spc="-2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and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payroll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disagree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—</a:t>
            </a:r>
            <a:r>
              <a:rPr sz="1200" i="1" spc="-2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so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every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manual</a:t>
            </a:r>
            <a:r>
              <a:rPr sz="1200" i="1" spc="-2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spc="-1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handoff</a:t>
            </a:r>
            <a:r>
              <a:rPr sz="1200" i="1" spc="-2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creates</a:t>
            </a:r>
            <a:r>
              <a:rPr sz="1200" i="1" spc="-2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delays,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spc="-1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duplicate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entry</a:t>
            </a:r>
            <a:r>
              <a:rPr sz="1200" i="1" spc="-2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and</a:t>
            </a:r>
            <a:r>
              <a:rPr sz="1200" i="1" spc="-3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i="1" spc="-1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revenue leakage.</a:t>
            </a:r>
            <a:endParaRPr sz="12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Georgia" panose="02040502050405020303"/>
              <a:cs typeface="Georgia" panose="02040502050405020303"/>
            </a:endParaRPr>
          </a:p>
          <a:p>
            <a:pPr marL="551815">
              <a:lnSpc>
                <a:spcPct val="100000"/>
              </a:lnSpc>
            </a:pP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No</a:t>
            </a:r>
            <a:r>
              <a:rPr sz="1200" b="1" spc="-3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single</a:t>
            </a:r>
            <a:r>
              <a:rPr sz="1200" b="1" spc="-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view</a:t>
            </a:r>
            <a:r>
              <a:rPr sz="1200" b="1" spc="-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of</a:t>
            </a:r>
            <a:r>
              <a:rPr sz="1200" b="1" spc="-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availability</a:t>
            </a:r>
            <a:endParaRPr sz="1200">
              <a:latin typeface="Segoe UI" panose="020B0502040204020203"/>
              <a:cs typeface="Segoe UI" panose="020B0502040204020203"/>
            </a:endParaRPr>
          </a:p>
          <a:p>
            <a:pPr marL="552450">
              <a:lnSpc>
                <a:spcPct val="100000"/>
              </a:lnSpc>
              <a:spcBef>
                <a:spcPts val="340"/>
              </a:spcBef>
            </a:pP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Double</a:t>
            </a:r>
            <a:r>
              <a:rPr sz="9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bookings,</a:t>
            </a:r>
            <a:r>
              <a:rPr sz="9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missed</a:t>
            </a:r>
            <a:r>
              <a:rPr sz="9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inventory</a:t>
            </a:r>
            <a:r>
              <a:rPr sz="9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rooms</a:t>
            </a:r>
            <a:r>
              <a:rPr sz="9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left</a:t>
            </a:r>
            <a:r>
              <a:rPr sz="9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unsold.</a:t>
            </a:r>
            <a:endParaRPr sz="9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</a:pPr>
            <a:endParaRPr sz="9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950">
              <a:latin typeface="Segoe UI" panose="020B0502040204020203"/>
              <a:cs typeface="Segoe UI" panose="020B0502040204020203"/>
            </a:endParaRPr>
          </a:p>
          <a:p>
            <a:pPr marL="551815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Guest</a:t>
            </a:r>
            <a:r>
              <a:rPr sz="1200" b="1" spc="-3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data</a:t>
            </a:r>
            <a:r>
              <a:rPr sz="1200" b="1" spc="-3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scattered</a:t>
            </a:r>
            <a:r>
              <a:rPr sz="1200" b="1" spc="-3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across</a:t>
            </a:r>
            <a:r>
              <a:rPr sz="1200" b="1" spc="-3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registers</a:t>
            </a:r>
            <a:endParaRPr sz="1200">
              <a:latin typeface="Segoe UI" panose="020B0502040204020203"/>
              <a:cs typeface="Segoe UI" panose="020B0502040204020203"/>
            </a:endParaRPr>
          </a:p>
          <a:p>
            <a:pPr marL="552450">
              <a:lnSpc>
                <a:spcPct val="100000"/>
              </a:lnSpc>
              <a:spcBef>
                <a:spcPts val="340"/>
              </a:spcBef>
            </a:pP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Slower</a:t>
            </a:r>
            <a:r>
              <a:rPr sz="9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check-in,</a:t>
            </a:r>
            <a:r>
              <a:rPr sz="9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repeated</a:t>
            </a:r>
            <a:r>
              <a:rPr sz="950" spc="8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questions</a:t>
            </a:r>
            <a:r>
              <a:rPr sz="9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50" spc="8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weaker</a:t>
            </a:r>
            <a:r>
              <a:rPr sz="9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welcome.</a:t>
            </a:r>
            <a:endParaRPr sz="9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</a:pPr>
            <a:endParaRPr sz="9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950">
              <a:latin typeface="Segoe UI" panose="020B0502040204020203"/>
              <a:cs typeface="Segoe UI" panose="020B0502040204020203"/>
            </a:endParaRPr>
          </a:p>
          <a:p>
            <a:pPr marL="551815">
              <a:lnSpc>
                <a:spcPct val="100000"/>
              </a:lnSpc>
            </a:pP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Charges</a:t>
            </a:r>
            <a:r>
              <a:rPr sz="1200" b="1" spc="-4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calculated</a:t>
            </a:r>
            <a:r>
              <a:rPr sz="1200" b="1" spc="-4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by</a:t>
            </a:r>
            <a:r>
              <a:rPr sz="1200" b="1" spc="-4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spc="-2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hand</a:t>
            </a:r>
            <a:endParaRPr sz="1200">
              <a:latin typeface="Segoe UI" panose="020B0502040204020203"/>
              <a:cs typeface="Segoe UI" panose="020B0502040204020203"/>
            </a:endParaRPr>
          </a:p>
          <a:p>
            <a:pPr marL="552450">
              <a:lnSpc>
                <a:spcPct val="100000"/>
              </a:lnSpc>
              <a:spcBef>
                <a:spcPts val="340"/>
              </a:spcBef>
            </a:pP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Billing</a:t>
            </a:r>
            <a:r>
              <a:rPr sz="9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errors,</a:t>
            </a:r>
            <a:r>
              <a:rPr sz="9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disputes</a:t>
            </a:r>
            <a:r>
              <a:rPr sz="9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revenue</a:t>
            </a:r>
            <a:r>
              <a:rPr sz="9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leakage</a:t>
            </a:r>
            <a:r>
              <a:rPr sz="9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at</a:t>
            </a:r>
            <a:r>
              <a:rPr sz="9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checkout.</a:t>
            </a:r>
            <a:endParaRPr sz="950">
              <a:latin typeface="Segoe UI" panose="020B0502040204020203"/>
              <a:cs typeface="Segoe UI" panose="020B0502040204020203"/>
            </a:endParaRPr>
          </a:p>
          <a:p>
            <a:pPr marR="612775" algn="r">
              <a:lnSpc>
                <a:spcPct val="100000"/>
              </a:lnSpc>
              <a:spcBef>
                <a:spcPts val="1150"/>
              </a:spcBef>
            </a:pP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1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00" b="1" spc="-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39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00" b="1" spc="-1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1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39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00" b="1" spc="39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M A</a:t>
            </a:r>
            <a:r>
              <a:rPr sz="700" b="1" spc="-1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-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700" b="1" spc="-2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L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76895" y="5153438"/>
            <a:ext cx="3544570" cy="490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95"/>
              </a:spcBef>
            </a:pPr>
            <a:r>
              <a:rPr sz="14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sz="1400" spc="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single</a:t>
            </a:r>
            <a:r>
              <a:rPr sz="1400" spc="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missed</a:t>
            </a:r>
            <a:r>
              <a:rPr sz="1400" spc="1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update</a:t>
            </a:r>
            <a:r>
              <a:rPr sz="1400" spc="1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can</a:t>
            </a:r>
            <a:r>
              <a:rPr sz="1400" spc="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cascade</a:t>
            </a:r>
            <a:r>
              <a:rPr sz="1400" spc="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from</a:t>
            </a:r>
            <a:r>
              <a:rPr sz="1400" spc="1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2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the </a:t>
            </a:r>
            <a:r>
              <a:rPr sz="14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front desk</a:t>
            </a:r>
            <a:r>
              <a:rPr sz="1400" spc="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400" spc="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the</a:t>
            </a:r>
            <a:r>
              <a:rPr sz="1400" spc="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final</a:t>
            </a:r>
            <a:r>
              <a:rPr sz="1400" spc="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bill.</a:t>
            </a:r>
            <a:endParaRPr sz="14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1304" y="5967615"/>
            <a:ext cx="482790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2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X</a:t>
            </a:r>
            <a:r>
              <a:rPr sz="800" b="1" spc="2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→</a:t>
            </a:r>
            <a:r>
              <a:rPr sz="800" b="1" spc="2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2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800" b="1" spc="-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2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b="1" spc="2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2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800" b="1" spc="2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1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2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b="1" spc="2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Z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1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2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AT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2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1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Y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21295" y="6095060"/>
            <a:ext cx="17780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i="1" spc="-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unified</a:t>
            </a:r>
            <a:r>
              <a:rPr sz="800" i="1" spc="-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record</a:t>
            </a:r>
            <a:r>
              <a:rPr sz="800" i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store</a:t>
            </a:r>
            <a:r>
              <a:rPr sz="800" i="1" spc="-1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removes</a:t>
            </a:r>
            <a:r>
              <a:rPr sz="800" i="1" spc="-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800" i="1" spc="-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gaps.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H</a:t>
            </a:r>
            <a:r>
              <a:rPr spc="-5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S</a:t>
            </a:r>
            <a:r>
              <a:rPr spc="320" dirty="0"/>
              <a:t> </a:t>
            </a:r>
            <a:r>
              <a:rPr dirty="0"/>
              <a:t>·</a:t>
            </a:r>
            <a:r>
              <a:rPr spc="325" dirty="0"/>
              <a:t> </a:t>
            </a:r>
            <a:r>
              <a:rPr dirty="0"/>
              <a:t>H</a:t>
            </a:r>
            <a:r>
              <a:rPr spc="-4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L</a:t>
            </a:r>
            <a:r>
              <a:rPr spc="32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T</a:t>
            </a:r>
            <a:r>
              <a:rPr spc="32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Y</a:t>
            </a:r>
            <a:r>
              <a:rPr spc="-5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spc="-50" dirty="0"/>
              <a:t>M</a:t>
            </a:r>
            <a:endParaRPr spc="-50" dirty="0"/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C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+</a:t>
            </a:r>
            <a:r>
              <a:rPr spc="320" dirty="0"/>
              <a:t> </a:t>
            </a:r>
            <a:r>
              <a:rPr dirty="0"/>
              <a:t>C</a:t>
            </a:r>
            <a:r>
              <a:rPr spc="-50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N</a:t>
            </a:r>
            <a:r>
              <a:rPr spc="-40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3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C</a:t>
            </a:r>
            <a:r>
              <a:rPr spc="-45" dirty="0"/>
              <a:t> </a:t>
            </a:r>
            <a:r>
              <a:rPr spc="60" dirty="0"/>
              <a:t>AT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N</a:t>
            </a:r>
            <a:endParaRPr spc="-50" dirty="0"/>
          </a:p>
        </p:txBody>
      </p:sp>
      <p:sp>
        <p:nvSpPr>
          <p:cNvPr id="48" name="object 48"/>
          <p:cNvSpPr txBox="1"/>
          <p:nvPr/>
        </p:nvSpPr>
        <p:spPr>
          <a:xfrm>
            <a:off x="11174653" y="6517314"/>
            <a:ext cx="432434" cy="1593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04</a:t>
            </a:r>
            <a:r>
              <a:rPr sz="800" b="1" spc="229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800" b="1" spc="2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-3492"/>
            <a:ext cx="12195810" cy="6861175"/>
            <a:chOff x="-355" y="-3492"/>
            <a:chExt cx="12195810" cy="6861175"/>
          </a:xfrm>
        </p:grpSpPr>
        <p:sp>
          <p:nvSpPr>
            <p:cNvPr id="3" name="object 3"/>
            <p:cNvSpPr/>
            <p:nvPr/>
          </p:nvSpPr>
          <p:spPr>
            <a:xfrm>
              <a:off x="-355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73" y="6857631"/>
                  </a:lnTo>
                  <a:lnTo>
                    <a:pt x="6095873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B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1555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A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1479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8F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47403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63314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85" y="6857631"/>
                  </a:lnTo>
                  <a:lnTo>
                    <a:pt x="6095885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237" y="-355"/>
              <a:ext cx="4064635" cy="6858000"/>
            </a:xfrm>
            <a:custGeom>
              <a:avLst/>
              <a:gdLst/>
              <a:ahLst/>
              <a:cxnLst/>
              <a:rect l="l" t="t" r="r" b="b"/>
              <a:pathLst>
                <a:path w="4064634" h="6858000">
                  <a:moveTo>
                    <a:pt x="0" y="6857631"/>
                  </a:moveTo>
                  <a:lnTo>
                    <a:pt x="4064038" y="6857631"/>
                  </a:lnTo>
                  <a:lnTo>
                    <a:pt x="4064038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6F0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5517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6095517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6095517" y="6857631"/>
                  </a:lnTo>
                  <a:lnTo>
                    <a:pt x="6095517" y="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11441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4E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2736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4063669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4063669" y="6857631"/>
                  </a:lnTo>
                  <a:lnTo>
                    <a:pt x="4063669" y="0"/>
                  </a:lnTo>
                  <a:close/>
                </a:path>
              </a:pathLst>
            </a:custGeom>
            <a:solidFill>
              <a:srgbClr val="F3EC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143276" y="-355"/>
              <a:ext cx="3048000" cy="6858000"/>
            </a:xfrm>
            <a:custGeom>
              <a:avLst/>
              <a:gdLst/>
              <a:ahLst/>
              <a:cxnLst/>
              <a:rect l="l" t="t" r="r" b="b"/>
              <a:pathLst>
                <a:path w="3048000" h="6858000">
                  <a:moveTo>
                    <a:pt x="3047758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3047758" y="6857631"/>
                  </a:lnTo>
                  <a:lnTo>
                    <a:pt x="3047758" y="0"/>
                  </a:lnTo>
                  <a:close/>
                </a:path>
              </a:pathLst>
            </a:custGeom>
            <a:solidFill>
              <a:srgbClr val="F1E9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159200" y="-355"/>
              <a:ext cx="2032000" cy="6858000"/>
            </a:xfrm>
            <a:custGeom>
              <a:avLst/>
              <a:gdLst/>
              <a:ahLst/>
              <a:cxnLst/>
              <a:rect l="l" t="t" r="r" b="b"/>
              <a:pathLst>
                <a:path w="2032000" h="6858000">
                  <a:moveTo>
                    <a:pt x="2031834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031834" y="6857631"/>
                  </a:lnTo>
                  <a:lnTo>
                    <a:pt x="2031834" y="0"/>
                  </a:lnTo>
                  <a:close/>
                </a:path>
              </a:pathLst>
            </a:custGeom>
            <a:solidFill>
              <a:srgbClr val="F0E9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175123" y="-355"/>
              <a:ext cx="1016000" cy="6858000"/>
            </a:xfrm>
            <a:custGeom>
              <a:avLst/>
              <a:gdLst/>
              <a:ahLst/>
              <a:cxnLst/>
              <a:rect l="l" t="t" r="r" b="b"/>
              <a:pathLst>
                <a:path w="1016000" h="6858000">
                  <a:moveTo>
                    <a:pt x="101591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1015911" y="6857631"/>
                  </a:lnTo>
                  <a:lnTo>
                    <a:pt x="1015911" y="0"/>
                  </a:lnTo>
                  <a:close/>
                </a:path>
              </a:pathLst>
            </a:custGeom>
            <a:solidFill>
              <a:srgbClr val="F0E6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295500" y="0"/>
              <a:ext cx="895985" cy="1258570"/>
            </a:xfrm>
            <a:custGeom>
              <a:avLst/>
              <a:gdLst/>
              <a:ahLst/>
              <a:cxnLst/>
              <a:rect l="l" t="t" r="r" b="b"/>
              <a:pathLst>
                <a:path w="895984" h="1258570">
                  <a:moveTo>
                    <a:pt x="895902" y="1258274"/>
                  </a:moveTo>
                  <a:lnTo>
                    <a:pt x="819028" y="1223785"/>
                  </a:lnTo>
                  <a:lnTo>
                    <a:pt x="773390" y="1200588"/>
                  </a:lnTo>
                  <a:lnTo>
                    <a:pt x="728503" y="1175765"/>
                  </a:lnTo>
                  <a:lnTo>
                    <a:pt x="684517" y="1149317"/>
                  </a:lnTo>
                  <a:lnTo>
                    <a:pt x="641571" y="1121404"/>
                  </a:lnTo>
                  <a:lnTo>
                    <a:pt x="599699" y="1092059"/>
                  </a:lnTo>
                  <a:lnTo>
                    <a:pt x="558932" y="1061314"/>
                  </a:lnTo>
                  <a:lnTo>
                    <a:pt x="519303" y="1029202"/>
                  </a:lnTo>
                  <a:lnTo>
                    <a:pt x="480846" y="995755"/>
                  </a:lnTo>
                  <a:lnTo>
                    <a:pt x="443593" y="961007"/>
                  </a:lnTo>
                  <a:lnTo>
                    <a:pt x="407575" y="924990"/>
                  </a:lnTo>
                  <a:lnTo>
                    <a:pt x="372827" y="887737"/>
                  </a:lnTo>
                  <a:lnTo>
                    <a:pt x="339381" y="849280"/>
                  </a:lnTo>
                  <a:lnTo>
                    <a:pt x="307269" y="809651"/>
                  </a:lnTo>
                  <a:lnTo>
                    <a:pt x="276524" y="768884"/>
                  </a:lnTo>
                  <a:lnTo>
                    <a:pt x="247179" y="727012"/>
                  </a:lnTo>
                  <a:lnTo>
                    <a:pt x="219266" y="684066"/>
                  </a:lnTo>
                  <a:lnTo>
                    <a:pt x="192817" y="640079"/>
                  </a:lnTo>
                  <a:lnTo>
                    <a:pt x="167995" y="595193"/>
                  </a:lnTo>
                  <a:lnTo>
                    <a:pt x="144798" y="549555"/>
                  </a:lnTo>
                  <a:lnTo>
                    <a:pt x="123239" y="503211"/>
                  </a:lnTo>
                  <a:lnTo>
                    <a:pt x="103331" y="456206"/>
                  </a:lnTo>
                  <a:lnTo>
                    <a:pt x="85088" y="408587"/>
                  </a:lnTo>
                  <a:lnTo>
                    <a:pt x="68521" y="360397"/>
                  </a:lnTo>
                  <a:lnTo>
                    <a:pt x="53643" y="311684"/>
                  </a:lnTo>
                  <a:lnTo>
                    <a:pt x="40468" y="262492"/>
                  </a:lnTo>
                  <a:lnTo>
                    <a:pt x="29008" y="212866"/>
                  </a:lnTo>
                  <a:lnTo>
                    <a:pt x="19276" y="162853"/>
                  </a:lnTo>
                  <a:lnTo>
                    <a:pt x="11285" y="112497"/>
                  </a:lnTo>
                  <a:lnTo>
                    <a:pt x="5047" y="61845"/>
                  </a:lnTo>
                  <a:lnTo>
                    <a:pt x="576" y="10940"/>
                  </a:lnTo>
                  <a:lnTo>
                    <a:pt x="0" y="0"/>
                  </a:lnTo>
                </a:path>
              </a:pathLst>
            </a:custGeom>
            <a:ln w="647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81304" y="353415"/>
            <a:ext cx="154495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2</a:t>
            </a:r>
            <a:r>
              <a:rPr sz="9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9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A1A2B"/>
                </a:solidFill>
              </a:rPr>
              <a:t>Eight</a:t>
            </a:r>
            <a:r>
              <a:rPr spc="-70" dirty="0">
                <a:solidFill>
                  <a:srgbClr val="0A1A2B"/>
                </a:solidFill>
              </a:rPr>
              <a:t> </a:t>
            </a:r>
            <a:r>
              <a:rPr spc="-10" dirty="0">
                <a:solidFill>
                  <a:srgbClr val="0A1A2B"/>
                </a:solidFill>
              </a:rPr>
              <a:t>capabilities.</a:t>
            </a:r>
            <a:r>
              <a:rPr spc="-7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Two</a:t>
            </a:r>
            <a:r>
              <a:rPr spc="-7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roles.</a:t>
            </a:r>
            <a:r>
              <a:rPr spc="-7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One</a:t>
            </a:r>
            <a:r>
              <a:rPr spc="-65" dirty="0">
                <a:solidFill>
                  <a:srgbClr val="0A1A2B"/>
                </a:solidFill>
              </a:rPr>
              <a:t> </a:t>
            </a:r>
            <a:r>
              <a:rPr spc="-10" dirty="0">
                <a:solidFill>
                  <a:srgbClr val="0A1A2B"/>
                </a:solidFill>
              </a:rPr>
              <a:t>system.</a:t>
            </a:r>
            <a:endParaRPr spc="-10" dirty="0">
              <a:solidFill>
                <a:srgbClr val="0A1A2B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1304" y="1240459"/>
            <a:ext cx="7335520" cy="205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Every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module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maps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daily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hotel</a:t>
            </a:r>
            <a:r>
              <a:rPr sz="1150" spc="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task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—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core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concept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project</a:t>
            </a:r>
            <a:r>
              <a:rPr sz="1150" spc="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is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designed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demonstrate.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9597" y="1641157"/>
            <a:ext cx="11010265" cy="1306830"/>
            <a:chOff x="589597" y="1641157"/>
            <a:chExt cx="11010265" cy="1306830"/>
          </a:xfrm>
        </p:grpSpPr>
        <p:sp>
          <p:nvSpPr>
            <p:cNvPr id="20" name="object 20"/>
            <p:cNvSpPr/>
            <p:nvPr/>
          </p:nvSpPr>
          <p:spPr>
            <a:xfrm>
              <a:off x="594359" y="1645920"/>
              <a:ext cx="11000740" cy="0"/>
            </a:xfrm>
            <a:custGeom>
              <a:avLst/>
              <a:gdLst/>
              <a:ahLst/>
              <a:cxnLst/>
              <a:rect l="l" t="t" r="r" b="b"/>
              <a:pathLst>
                <a:path w="11000740">
                  <a:moveTo>
                    <a:pt x="0" y="0"/>
                  </a:moveTo>
                  <a:lnTo>
                    <a:pt x="11000155" y="0"/>
                  </a:lnTo>
                </a:path>
              </a:pathLst>
            </a:custGeom>
            <a:ln w="93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94004" y="1791716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60" h="1152525">
                  <a:moveTo>
                    <a:pt x="2596680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1097280"/>
                  </a:lnTo>
                  <a:lnTo>
                    <a:pt x="452" y="1104133"/>
                  </a:lnTo>
                  <a:lnTo>
                    <a:pt x="466" y="1104340"/>
                  </a:lnTo>
                  <a:lnTo>
                    <a:pt x="1798" y="1111140"/>
                  </a:lnTo>
                  <a:lnTo>
                    <a:pt x="1843" y="1111369"/>
                  </a:lnTo>
                  <a:lnTo>
                    <a:pt x="3994" y="1117878"/>
                  </a:lnTo>
                  <a:lnTo>
                    <a:pt x="33757" y="1147905"/>
                  </a:lnTo>
                  <a:lnTo>
                    <a:pt x="48065" y="1151648"/>
                  </a:lnTo>
                  <a:lnTo>
                    <a:pt x="49212" y="1151648"/>
                  </a:lnTo>
                  <a:lnTo>
                    <a:pt x="54711" y="1152004"/>
                  </a:lnTo>
                  <a:lnTo>
                    <a:pt x="2597035" y="1151648"/>
                  </a:lnTo>
                  <a:lnTo>
                    <a:pt x="2635689" y="1135711"/>
                  </a:lnTo>
                  <a:lnTo>
                    <a:pt x="2649835" y="1111369"/>
                  </a:lnTo>
                  <a:lnTo>
                    <a:pt x="2649912" y="1111140"/>
                  </a:lnTo>
                  <a:lnTo>
                    <a:pt x="2651251" y="1104340"/>
                  </a:lnTo>
                  <a:lnTo>
                    <a:pt x="2651292" y="1104133"/>
                  </a:lnTo>
                  <a:lnTo>
                    <a:pt x="2651736" y="1097280"/>
                  </a:lnTo>
                  <a:lnTo>
                    <a:pt x="2651391" y="54724"/>
                  </a:lnTo>
                  <a:lnTo>
                    <a:pt x="2635465" y="16070"/>
                  </a:lnTo>
                  <a:lnTo>
                    <a:pt x="2603888" y="46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94004" y="1791716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60" h="1152525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596680" y="0"/>
                  </a:lnTo>
                  <a:lnTo>
                    <a:pt x="2635465" y="16070"/>
                  </a:lnTo>
                  <a:lnTo>
                    <a:pt x="2651391" y="54724"/>
                  </a:lnTo>
                  <a:lnTo>
                    <a:pt x="2651760" y="1096924"/>
                  </a:lnTo>
                  <a:lnTo>
                    <a:pt x="2651292" y="1104133"/>
                  </a:lnTo>
                  <a:lnTo>
                    <a:pt x="2649912" y="1111140"/>
                  </a:lnTo>
                  <a:lnTo>
                    <a:pt x="2624391" y="1144447"/>
                  </a:lnTo>
                  <a:lnTo>
                    <a:pt x="54711" y="1152004"/>
                  </a:lnTo>
                  <a:lnTo>
                    <a:pt x="15925" y="1135940"/>
                  </a:lnTo>
                  <a:lnTo>
                    <a:pt x="0" y="1097280"/>
                  </a:lnTo>
                  <a:lnTo>
                    <a:pt x="0" y="54724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22515" y="1920240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888" y="0"/>
                  </a:moveTo>
                  <a:lnTo>
                    <a:pt x="128836" y="5851"/>
                  </a:lnTo>
                  <a:lnTo>
                    <a:pt x="86766" y="23037"/>
                  </a:lnTo>
                  <a:lnTo>
                    <a:pt x="50900" y="50580"/>
                  </a:lnTo>
                  <a:lnTo>
                    <a:pt x="23406" y="86753"/>
                  </a:lnTo>
                  <a:lnTo>
                    <a:pt x="5897" y="12852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6" y="279345"/>
                  </a:lnTo>
                  <a:lnTo>
                    <a:pt x="67906" y="311410"/>
                  </a:lnTo>
                  <a:lnTo>
                    <a:pt x="107310" y="334033"/>
                  </a:lnTo>
                  <a:lnTo>
                    <a:pt x="151108" y="345865"/>
                  </a:lnTo>
                  <a:lnTo>
                    <a:pt x="173888" y="347395"/>
                  </a:lnTo>
                  <a:lnTo>
                    <a:pt x="196455" y="345865"/>
                  </a:lnTo>
                  <a:lnTo>
                    <a:pt x="240103" y="334033"/>
                  </a:lnTo>
                  <a:lnTo>
                    <a:pt x="279502" y="311410"/>
                  </a:lnTo>
                  <a:lnTo>
                    <a:pt x="311421" y="279345"/>
                  </a:lnTo>
                  <a:lnTo>
                    <a:pt x="334190" y="239935"/>
                  </a:lnTo>
                  <a:lnTo>
                    <a:pt x="345928" y="196287"/>
                  </a:lnTo>
                  <a:lnTo>
                    <a:pt x="347408" y="173520"/>
                  </a:lnTo>
                  <a:lnTo>
                    <a:pt x="345928" y="150752"/>
                  </a:lnTo>
                  <a:lnTo>
                    <a:pt x="334190" y="107099"/>
                  </a:lnTo>
                  <a:lnTo>
                    <a:pt x="311421" y="67689"/>
                  </a:lnTo>
                  <a:lnTo>
                    <a:pt x="279502" y="35629"/>
                  </a:lnTo>
                  <a:lnTo>
                    <a:pt x="240103" y="13062"/>
                  </a:lnTo>
                  <a:lnTo>
                    <a:pt x="196455" y="1474"/>
                  </a:lnTo>
                  <a:lnTo>
                    <a:pt x="173888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hotel icon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09282" y="2006638"/>
              <a:ext cx="173520" cy="17352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148664" y="1916544"/>
            <a:ext cx="101600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Rooms</a:t>
            </a:r>
            <a:r>
              <a:rPr sz="1100" b="1" spc="2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1100" b="1" spc="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spc="-2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rates</a:t>
            </a:r>
            <a:endParaRPr sz="11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89338" y="1889175"/>
            <a:ext cx="123189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50" b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01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9460" y="2362936"/>
            <a:ext cx="230632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9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types,</a:t>
            </a:r>
            <a:r>
              <a:rPr sz="900" spc="3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daily</a:t>
            </a:r>
            <a:r>
              <a:rPr sz="900" spc="3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prices</a:t>
            </a:r>
            <a:r>
              <a:rPr sz="900" spc="3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00" spc="3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live</a:t>
            </a:r>
            <a:r>
              <a:rPr sz="900" spc="3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availability.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9460" y="2730144"/>
            <a:ext cx="78041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650" b="1" spc="16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650" b="1" spc="16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CL</a:t>
            </a:r>
            <a:r>
              <a:rPr sz="650" b="1" spc="-7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3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ASSES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374428" y="1787905"/>
            <a:ext cx="2659380" cy="1160145"/>
            <a:chOff x="3374428" y="1787905"/>
            <a:chExt cx="2659380" cy="1160145"/>
          </a:xfrm>
        </p:grpSpPr>
        <p:sp>
          <p:nvSpPr>
            <p:cNvPr id="30" name="object 30"/>
            <p:cNvSpPr/>
            <p:nvPr/>
          </p:nvSpPr>
          <p:spPr>
            <a:xfrm>
              <a:off x="3378238" y="1791715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60" h="1152525">
                  <a:moveTo>
                    <a:pt x="2596680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80" y="21433"/>
                  </a:lnTo>
                  <a:lnTo>
                    <a:pt x="0" y="54724"/>
                  </a:lnTo>
                  <a:lnTo>
                    <a:pt x="0" y="1097280"/>
                  </a:lnTo>
                  <a:lnTo>
                    <a:pt x="454" y="1104133"/>
                  </a:lnTo>
                  <a:lnTo>
                    <a:pt x="467" y="1104340"/>
                  </a:lnTo>
                  <a:lnTo>
                    <a:pt x="1802" y="1111140"/>
                  </a:lnTo>
                  <a:lnTo>
                    <a:pt x="1847" y="1111369"/>
                  </a:lnTo>
                  <a:lnTo>
                    <a:pt x="3999" y="1117878"/>
                  </a:lnTo>
                  <a:lnTo>
                    <a:pt x="33757" y="1147905"/>
                  </a:lnTo>
                  <a:lnTo>
                    <a:pt x="48071" y="1151648"/>
                  </a:lnTo>
                  <a:lnTo>
                    <a:pt x="49219" y="1151648"/>
                  </a:lnTo>
                  <a:lnTo>
                    <a:pt x="54724" y="1152004"/>
                  </a:lnTo>
                  <a:lnTo>
                    <a:pt x="2597035" y="1151648"/>
                  </a:lnTo>
                  <a:lnTo>
                    <a:pt x="2635696" y="1135711"/>
                  </a:lnTo>
                  <a:lnTo>
                    <a:pt x="2651253" y="1104340"/>
                  </a:lnTo>
                  <a:lnTo>
                    <a:pt x="2651293" y="1104133"/>
                  </a:lnTo>
                  <a:lnTo>
                    <a:pt x="2651737" y="1097280"/>
                  </a:lnTo>
                  <a:lnTo>
                    <a:pt x="2651760" y="1096924"/>
                  </a:lnTo>
                  <a:lnTo>
                    <a:pt x="2651404" y="54724"/>
                  </a:lnTo>
                  <a:lnTo>
                    <a:pt x="2635467" y="16070"/>
                  </a:lnTo>
                  <a:lnTo>
                    <a:pt x="2603890" y="46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378238" y="1791715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60" h="1152525">
                  <a:moveTo>
                    <a:pt x="0" y="54724"/>
                  </a:moveTo>
                  <a:lnTo>
                    <a:pt x="467" y="47515"/>
                  </a:lnTo>
                  <a:lnTo>
                    <a:pt x="1847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2596680" y="0"/>
                  </a:lnTo>
                  <a:lnTo>
                    <a:pt x="2635467" y="16070"/>
                  </a:lnTo>
                  <a:lnTo>
                    <a:pt x="2651404" y="54724"/>
                  </a:lnTo>
                  <a:lnTo>
                    <a:pt x="2651760" y="1096924"/>
                  </a:lnTo>
                  <a:lnTo>
                    <a:pt x="2651293" y="1104133"/>
                  </a:lnTo>
                  <a:lnTo>
                    <a:pt x="2649916" y="1111140"/>
                  </a:lnTo>
                  <a:lnTo>
                    <a:pt x="2624404" y="1144447"/>
                  </a:lnTo>
                  <a:lnTo>
                    <a:pt x="54724" y="1152004"/>
                  </a:lnTo>
                  <a:lnTo>
                    <a:pt x="15935" y="1135940"/>
                  </a:lnTo>
                  <a:lnTo>
                    <a:pt x="0" y="1097280"/>
                  </a:lnTo>
                  <a:lnTo>
                    <a:pt x="0" y="54724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506762" y="192023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875" y="0"/>
                  </a:moveTo>
                  <a:lnTo>
                    <a:pt x="128833" y="5851"/>
                  </a:lnTo>
                  <a:lnTo>
                    <a:pt x="86753" y="23037"/>
                  </a:lnTo>
                  <a:lnTo>
                    <a:pt x="50892" y="50580"/>
                  </a:lnTo>
                  <a:lnTo>
                    <a:pt x="23393" y="86753"/>
                  </a:lnTo>
                  <a:lnTo>
                    <a:pt x="5891" y="128522"/>
                  </a:lnTo>
                  <a:lnTo>
                    <a:pt x="0" y="173520"/>
                  </a:lnTo>
                  <a:lnTo>
                    <a:pt x="1478" y="196287"/>
                  </a:lnTo>
                  <a:lnTo>
                    <a:pt x="13207" y="239935"/>
                  </a:lnTo>
                  <a:lnTo>
                    <a:pt x="35979" y="279345"/>
                  </a:lnTo>
                  <a:lnTo>
                    <a:pt x="67895" y="311410"/>
                  </a:lnTo>
                  <a:lnTo>
                    <a:pt x="107304" y="334033"/>
                  </a:lnTo>
                  <a:lnTo>
                    <a:pt x="151102" y="345865"/>
                  </a:lnTo>
                  <a:lnTo>
                    <a:pt x="173875" y="347395"/>
                  </a:lnTo>
                  <a:lnTo>
                    <a:pt x="196443" y="345865"/>
                  </a:lnTo>
                  <a:lnTo>
                    <a:pt x="240096" y="334033"/>
                  </a:lnTo>
                  <a:lnTo>
                    <a:pt x="279500" y="311410"/>
                  </a:lnTo>
                  <a:lnTo>
                    <a:pt x="311416" y="279345"/>
                  </a:lnTo>
                  <a:lnTo>
                    <a:pt x="334188" y="239935"/>
                  </a:lnTo>
                  <a:lnTo>
                    <a:pt x="345917" y="196287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099"/>
                  </a:lnTo>
                  <a:lnTo>
                    <a:pt x="311416" y="67689"/>
                  </a:lnTo>
                  <a:lnTo>
                    <a:pt x="279500" y="35629"/>
                  </a:lnTo>
                  <a:lnTo>
                    <a:pt x="240096" y="13062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person_add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3515" y="2006638"/>
              <a:ext cx="173520" cy="17352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3932897" y="1916544"/>
            <a:ext cx="97218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Guest</a:t>
            </a:r>
            <a:r>
              <a:rPr sz="1100" b="1" spc="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registry</a:t>
            </a:r>
            <a:endParaRPr sz="11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773585" y="1889175"/>
            <a:ext cx="123189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50" b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02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93693" y="2362936"/>
            <a:ext cx="219265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Profiles,</a:t>
            </a:r>
            <a:r>
              <a:rPr sz="900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Aadhaar</a:t>
            </a:r>
            <a:r>
              <a:rPr sz="900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format</a:t>
            </a:r>
            <a:r>
              <a:rPr sz="900" spc="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checks</a:t>
            </a:r>
            <a:r>
              <a:rPr sz="900" spc="3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00" spc="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login.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93693" y="2730144"/>
            <a:ext cx="117665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650" b="1" spc="47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650" b="1" spc="47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6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ENCAPSUL</a:t>
            </a:r>
            <a:r>
              <a:rPr sz="650" b="1" spc="-8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3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ATION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159030" y="1787905"/>
            <a:ext cx="2659380" cy="1160145"/>
            <a:chOff x="6159030" y="1787905"/>
            <a:chExt cx="2659380" cy="1160145"/>
          </a:xfrm>
        </p:grpSpPr>
        <p:sp>
          <p:nvSpPr>
            <p:cNvPr id="39" name="object 39"/>
            <p:cNvSpPr/>
            <p:nvPr/>
          </p:nvSpPr>
          <p:spPr>
            <a:xfrm>
              <a:off x="6162840" y="1791715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59" h="1152525">
                  <a:moveTo>
                    <a:pt x="2596680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1097280"/>
                  </a:lnTo>
                  <a:lnTo>
                    <a:pt x="3994" y="1117878"/>
                  </a:lnTo>
                  <a:lnTo>
                    <a:pt x="4098" y="1118195"/>
                  </a:lnTo>
                  <a:lnTo>
                    <a:pt x="33757" y="1147905"/>
                  </a:lnTo>
                  <a:lnTo>
                    <a:pt x="48071" y="1151648"/>
                  </a:lnTo>
                  <a:lnTo>
                    <a:pt x="49219" y="1151648"/>
                  </a:lnTo>
                  <a:lnTo>
                    <a:pt x="54724" y="1152004"/>
                  </a:lnTo>
                  <a:lnTo>
                    <a:pt x="2597035" y="1151648"/>
                  </a:lnTo>
                  <a:lnTo>
                    <a:pt x="2635696" y="1135711"/>
                  </a:lnTo>
                  <a:lnTo>
                    <a:pt x="2649840" y="1111369"/>
                  </a:lnTo>
                  <a:lnTo>
                    <a:pt x="2649916" y="1111140"/>
                  </a:lnTo>
                  <a:lnTo>
                    <a:pt x="2651253" y="1104340"/>
                  </a:lnTo>
                  <a:lnTo>
                    <a:pt x="2651293" y="1104133"/>
                  </a:lnTo>
                  <a:lnTo>
                    <a:pt x="2651737" y="1097280"/>
                  </a:lnTo>
                  <a:lnTo>
                    <a:pt x="2651404" y="54724"/>
                  </a:lnTo>
                  <a:lnTo>
                    <a:pt x="2635467" y="16070"/>
                  </a:lnTo>
                  <a:lnTo>
                    <a:pt x="2603888" y="46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162840" y="1791715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59" h="1152525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2596680" y="0"/>
                  </a:lnTo>
                  <a:lnTo>
                    <a:pt x="2635467" y="16070"/>
                  </a:lnTo>
                  <a:lnTo>
                    <a:pt x="2651404" y="54724"/>
                  </a:lnTo>
                  <a:lnTo>
                    <a:pt x="2651760" y="1096924"/>
                  </a:lnTo>
                  <a:lnTo>
                    <a:pt x="2651293" y="1104133"/>
                  </a:lnTo>
                  <a:lnTo>
                    <a:pt x="2649916" y="1111140"/>
                  </a:lnTo>
                  <a:lnTo>
                    <a:pt x="2624404" y="1144447"/>
                  </a:lnTo>
                  <a:lnTo>
                    <a:pt x="54724" y="1152004"/>
                  </a:lnTo>
                  <a:lnTo>
                    <a:pt x="15925" y="1135940"/>
                  </a:lnTo>
                  <a:lnTo>
                    <a:pt x="0" y="1097280"/>
                  </a:lnTo>
                  <a:lnTo>
                    <a:pt x="0" y="54724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290995" y="192023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888" y="0"/>
                  </a:moveTo>
                  <a:lnTo>
                    <a:pt x="128836" y="5851"/>
                  </a:lnTo>
                  <a:lnTo>
                    <a:pt x="86766" y="23037"/>
                  </a:lnTo>
                  <a:lnTo>
                    <a:pt x="50900" y="50580"/>
                  </a:lnTo>
                  <a:lnTo>
                    <a:pt x="23406" y="86753"/>
                  </a:lnTo>
                  <a:lnTo>
                    <a:pt x="5897" y="12852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6" y="279345"/>
                  </a:lnTo>
                  <a:lnTo>
                    <a:pt x="67906" y="311410"/>
                  </a:lnTo>
                  <a:lnTo>
                    <a:pt x="107310" y="334033"/>
                  </a:lnTo>
                  <a:lnTo>
                    <a:pt x="151108" y="345865"/>
                  </a:lnTo>
                  <a:lnTo>
                    <a:pt x="173888" y="347395"/>
                  </a:lnTo>
                  <a:lnTo>
                    <a:pt x="196455" y="345865"/>
                  </a:lnTo>
                  <a:lnTo>
                    <a:pt x="240103" y="334033"/>
                  </a:lnTo>
                  <a:lnTo>
                    <a:pt x="279502" y="311410"/>
                  </a:lnTo>
                  <a:lnTo>
                    <a:pt x="311421" y="279345"/>
                  </a:lnTo>
                  <a:lnTo>
                    <a:pt x="334190" y="239935"/>
                  </a:lnTo>
                  <a:lnTo>
                    <a:pt x="345928" y="196287"/>
                  </a:lnTo>
                  <a:lnTo>
                    <a:pt x="347408" y="173520"/>
                  </a:lnTo>
                  <a:lnTo>
                    <a:pt x="345928" y="150752"/>
                  </a:lnTo>
                  <a:lnTo>
                    <a:pt x="334190" y="107099"/>
                  </a:lnTo>
                  <a:lnTo>
                    <a:pt x="311421" y="67689"/>
                  </a:lnTo>
                  <a:lnTo>
                    <a:pt x="279502" y="35629"/>
                  </a:lnTo>
                  <a:lnTo>
                    <a:pt x="240103" y="13062"/>
                  </a:lnTo>
                  <a:lnTo>
                    <a:pt x="196455" y="1474"/>
                  </a:lnTo>
                  <a:lnTo>
                    <a:pt x="173888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event_available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8117" y="2006638"/>
              <a:ext cx="173520" cy="17352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717144" y="1916544"/>
            <a:ext cx="88328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Reservations</a:t>
            </a:r>
            <a:endParaRPr sz="11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557818" y="1889175"/>
            <a:ext cx="123189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50" b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03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77940" y="2346027"/>
            <a:ext cx="2378710" cy="5086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Availability</a:t>
            </a:r>
            <a:r>
              <a:rPr sz="900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checks,</a:t>
            </a:r>
            <a:r>
              <a:rPr sz="900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stay</a:t>
            </a:r>
            <a:r>
              <a:rPr sz="900" spc="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duration</a:t>
            </a:r>
            <a:r>
              <a:rPr sz="900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00" spc="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booking records.</a:t>
            </a:r>
            <a:endParaRPr sz="9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650" b="1" spc="47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650" b="1" spc="47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5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VECTORS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943263" y="1787905"/>
            <a:ext cx="2659380" cy="1160145"/>
            <a:chOff x="8943263" y="1787905"/>
            <a:chExt cx="2659380" cy="1160145"/>
          </a:xfrm>
        </p:grpSpPr>
        <p:sp>
          <p:nvSpPr>
            <p:cNvPr id="47" name="object 47"/>
            <p:cNvSpPr/>
            <p:nvPr/>
          </p:nvSpPr>
          <p:spPr>
            <a:xfrm>
              <a:off x="8947073" y="1791715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59" h="1152525">
                  <a:moveTo>
                    <a:pt x="2596680" y="0"/>
                  </a:moveTo>
                  <a:lnTo>
                    <a:pt x="54724" y="0"/>
                  </a:lnTo>
                  <a:lnTo>
                    <a:pt x="47665" y="467"/>
                  </a:lnTo>
                  <a:lnTo>
                    <a:pt x="11280" y="21433"/>
                  </a:lnTo>
                  <a:lnTo>
                    <a:pt x="0" y="54724"/>
                  </a:lnTo>
                  <a:lnTo>
                    <a:pt x="0" y="1097280"/>
                  </a:lnTo>
                  <a:lnTo>
                    <a:pt x="3999" y="1117878"/>
                  </a:lnTo>
                  <a:lnTo>
                    <a:pt x="4104" y="1118195"/>
                  </a:lnTo>
                  <a:lnTo>
                    <a:pt x="33769" y="1147905"/>
                  </a:lnTo>
                  <a:lnTo>
                    <a:pt x="48078" y="1151648"/>
                  </a:lnTo>
                  <a:lnTo>
                    <a:pt x="49224" y="1151648"/>
                  </a:lnTo>
                  <a:lnTo>
                    <a:pt x="54724" y="1152004"/>
                  </a:lnTo>
                  <a:lnTo>
                    <a:pt x="2597048" y="1151648"/>
                  </a:lnTo>
                  <a:lnTo>
                    <a:pt x="2635702" y="1135711"/>
                  </a:lnTo>
                  <a:lnTo>
                    <a:pt x="2651253" y="1104340"/>
                  </a:lnTo>
                  <a:lnTo>
                    <a:pt x="2651294" y="1104133"/>
                  </a:lnTo>
                  <a:lnTo>
                    <a:pt x="2651737" y="1097280"/>
                  </a:lnTo>
                  <a:lnTo>
                    <a:pt x="2651759" y="1096924"/>
                  </a:lnTo>
                  <a:lnTo>
                    <a:pt x="2651404" y="54724"/>
                  </a:lnTo>
                  <a:lnTo>
                    <a:pt x="2635478" y="16070"/>
                  </a:lnTo>
                  <a:lnTo>
                    <a:pt x="2603896" y="46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947073" y="1791715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59" h="1152525">
                  <a:moveTo>
                    <a:pt x="0" y="54724"/>
                  </a:moveTo>
                  <a:lnTo>
                    <a:pt x="467" y="47515"/>
                  </a:lnTo>
                  <a:lnTo>
                    <a:pt x="1847" y="40508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2596680" y="0"/>
                  </a:lnTo>
                  <a:lnTo>
                    <a:pt x="2635478" y="16070"/>
                  </a:lnTo>
                  <a:lnTo>
                    <a:pt x="2651404" y="54724"/>
                  </a:lnTo>
                  <a:lnTo>
                    <a:pt x="2651759" y="1096924"/>
                  </a:lnTo>
                  <a:lnTo>
                    <a:pt x="2651294" y="1104133"/>
                  </a:lnTo>
                  <a:lnTo>
                    <a:pt x="2649918" y="1111140"/>
                  </a:lnTo>
                  <a:lnTo>
                    <a:pt x="2624404" y="1144447"/>
                  </a:lnTo>
                  <a:lnTo>
                    <a:pt x="54724" y="1152004"/>
                  </a:lnTo>
                  <a:lnTo>
                    <a:pt x="15936" y="1135940"/>
                  </a:lnTo>
                  <a:lnTo>
                    <a:pt x="0" y="1097280"/>
                  </a:lnTo>
                  <a:lnTo>
                    <a:pt x="0" y="54724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075597" y="192023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888" y="0"/>
                  </a:moveTo>
                  <a:lnTo>
                    <a:pt x="128836" y="5851"/>
                  </a:lnTo>
                  <a:lnTo>
                    <a:pt x="86766" y="23037"/>
                  </a:lnTo>
                  <a:lnTo>
                    <a:pt x="50895" y="50580"/>
                  </a:lnTo>
                  <a:lnTo>
                    <a:pt x="23406" y="86753"/>
                  </a:lnTo>
                  <a:lnTo>
                    <a:pt x="5897" y="12852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5" y="279345"/>
                  </a:lnTo>
                  <a:lnTo>
                    <a:pt x="67900" y="311410"/>
                  </a:lnTo>
                  <a:lnTo>
                    <a:pt x="107310" y="334033"/>
                  </a:lnTo>
                  <a:lnTo>
                    <a:pt x="151108" y="345865"/>
                  </a:lnTo>
                  <a:lnTo>
                    <a:pt x="173888" y="347395"/>
                  </a:lnTo>
                  <a:lnTo>
                    <a:pt x="196453" y="345865"/>
                  </a:lnTo>
                  <a:lnTo>
                    <a:pt x="240098" y="334033"/>
                  </a:lnTo>
                  <a:lnTo>
                    <a:pt x="279500" y="311410"/>
                  </a:lnTo>
                  <a:lnTo>
                    <a:pt x="311416" y="279345"/>
                  </a:lnTo>
                  <a:lnTo>
                    <a:pt x="334190" y="239935"/>
                  </a:lnTo>
                  <a:lnTo>
                    <a:pt x="345928" y="196287"/>
                  </a:lnTo>
                  <a:lnTo>
                    <a:pt x="347408" y="173520"/>
                  </a:lnTo>
                  <a:lnTo>
                    <a:pt x="345928" y="150752"/>
                  </a:lnTo>
                  <a:lnTo>
                    <a:pt x="334190" y="107099"/>
                  </a:lnTo>
                  <a:lnTo>
                    <a:pt x="311416" y="67689"/>
                  </a:lnTo>
                  <a:lnTo>
                    <a:pt x="279500" y="35629"/>
                  </a:lnTo>
                  <a:lnTo>
                    <a:pt x="240098" y="13062"/>
                  </a:lnTo>
                  <a:lnTo>
                    <a:pt x="196453" y="1474"/>
                  </a:lnTo>
                  <a:lnTo>
                    <a:pt x="173888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restaurant_menu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2363" y="2006638"/>
              <a:ext cx="173520" cy="173520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9501746" y="1916544"/>
            <a:ext cx="4749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Dining</a:t>
            </a:r>
            <a:endParaRPr sz="11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342420" y="1889175"/>
            <a:ext cx="123189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50" b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04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062542" y="2362936"/>
            <a:ext cx="235013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Menu,</a:t>
            </a:r>
            <a:r>
              <a:rPr sz="9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prices</a:t>
            </a:r>
            <a:r>
              <a:rPr sz="900" spc="2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9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orders</a:t>
            </a:r>
            <a:r>
              <a:rPr sz="9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tied</a:t>
            </a:r>
            <a:r>
              <a:rPr sz="9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9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spc="3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room.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062542" y="2730144"/>
            <a:ext cx="106362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650" b="1" spc="47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650" b="1" spc="47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5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COMPOSITION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90194" y="3050070"/>
            <a:ext cx="2659380" cy="1160145"/>
            <a:chOff x="590194" y="3050070"/>
            <a:chExt cx="2659380" cy="1160145"/>
          </a:xfrm>
        </p:grpSpPr>
        <p:sp>
          <p:nvSpPr>
            <p:cNvPr id="56" name="object 56"/>
            <p:cNvSpPr/>
            <p:nvPr/>
          </p:nvSpPr>
          <p:spPr>
            <a:xfrm>
              <a:off x="594004" y="3053880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60" h="1152525">
                  <a:moveTo>
                    <a:pt x="259668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1097279"/>
                  </a:lnTo>
                  <a:lnTo>
                    <a:pt x="3997" y="1117878"/>
                  </a:lnTo>
                  <a:lnTo>
                    <a:pt x="4098" y="1118184"/>
                  </a:lnTo>
                  <a:lnTo>
                    <a:pt x="33757" y="1147900"/>
                  </a:lnTo>
                  <a:lnTo>
                    <a:pt x="48008" y="1151635"/>
                  </a:lnTo>
                  <a:lnTo>
                    <a:pt x="49037" y="1151635"/>
                  </a:lnTo>
                  <a:lnTo>
                    <a:pt x="54711" y="1152004"/>
                  </a:lnTo>
                  <a:lnTo>
                    <a:pt x="2597035" y="1151635"/>
                  </a:lnTo>
                  <a:lnTo>
                    <a:pt x="2635689" y="1135710"/>
                  </a:lnTo>
                  <a:lnTo>
                    <a:pt x="2649837" y="1111362"/>
                  </a:lnTo>
                  <a:lnTo>
                    <a:pt x="2649912" y="1111140"/>
                  </a:lnTo>
                  <a:lnTo>
                    <a:pt x="2651251" y="1104338"/>
                  </a:lnTo>
                  <a:lnTo>
                    <a:pt x="2651292" y="1104133"/>
                  </a:lnTo>
                  <a:lnTo>
                    <a:pt x="2651736" y="1097279"/>
                  </a:lnTo>
                  <a:lnTo>
                    <a:pt x="2651760" y="1096924"/>
                  </a:lnTo>
                  <a:lnTo>
                    <a:pt x="2651391" y="54724"/>
                  </a:lnTo>
                  <a:lnTo>
                    <a:pt x="2635465" y="16063"/>
                  </a:lnTo>
                  <a:lnTo>
                    <a:pt x="2603888" y="466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94004" y="3053880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60" h="115252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596680" y="0"/>
                  </a:lnTo>
                  <a:lnTo>
                    <a:pt x="2635465" y="16063"/>
                  </a:lnTo>
                  <a:lnTo>
                    <a:pt x="2651391" y="54724"/>
                  </a:lnTo>
                  <a:lnTo>
                    <a:pt x="2651760" y="1096924"/>
                  </a:lnTo>
                  <a:lnTo>
                    <a:pt x="2651292" y="1104133"/>
                  </a:lnTo>
                  <a:lnTo>
                    <a:pt x="2649912" y="1111140"/>
                  </a:lnTo>
                  <a:lnTo>
                    <a:pt x="2624391" y="1144435"/>
                  </a:lnTo>
                  <a:lnTo>
                    <a:pt x="54711" y="1152004"/>
                  </a:lnTo>
                  <a:lnTo>
                    <a:pt x="15925" y="1135934"/>
                  </a:lnTo>
                  <a:lnTo>
                    <a:pt x="0" y="1097279"/>
                  </a:lnTo>
                  <a:lnTo>
                    <a:pt x="0" y="54724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22515" y="318203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888" y="0"/>
                  </a:moveTo>
                  <a:lnTo>
                    <a:pt x="128836" y="5853"/>
                  </a:lnTo>
                  <a:lnTo>
                    <a:pt x="86766" y="23050"/>
                  </a:lnTo>
                  <a:lnTo>
                    <a:pt x="50900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6" y="279352"/>
                  </a:lnTo>
                  <a:lnTo>
                    <a:pt x="67906" y="311416"/>
                  </a:lnTo>
                  <a:lnTo>
                    <a:pt x="107310" y="334040"/>
                  </a:lnTo>
                  <a:lnTo>
                    <a:pt x="151108" y="345878"/>
                  </a:lnTo>
                  <a:lnTo>
                    <a:pt x="173888" y="347408"/>
                  </a:lnTo>
                  <a:lnTo>
                    <a:pt x="196455" y="345878"/>
                  </a:lnTo>
                  <a:lnTo>
                    <a:pt x="240103" y="334040"/>
                  </a:lnTo>
                  <a:lnTo>
                    <a:pt x="279502" y="311416"/>
                  </a:lnTo>
                  <a:lnTo>
                    <a:pt x="311421" y="279352"/>
                  </a:lnTo>
                  <a:lnTo>
                    <a:pt x="334190" y="239948"/>
                  </a:lnTo>
                  <a:lnTo>
                    <a:pt x="345928" y="196294"/>
                  </a:lnTo>
                  <a:lnTo>
                    <a:pt x="347408" y="173520"/>
                  </a:lnTo>
                  <a:lnTo>
                    <a:pt x="345928" y="150752"/>
                  </a:lnTo>
                  <a:lnTo>
                    <a:pt x="334190" y="107104"/>
                  </a:lnTo>
                  <a:lnTo>
                    <a:pt x="311421" y="67695"/>
                  </a:lnTo>
                  <a:lnTo>
                    <a:pt x="279502" y="35635"/>
                  </a:lnTo>
                  <a:lnTo>
                    <a:pt x="240103" y="13067"/>
                  </a:lnTo>
                  <a:lnTo>
                    <a:pt x="196455" y="1474"/>
                  </a:lnTo>
                  <a:lnTo>
                    <a:pt x="173888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receipt_long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282" y="3268433"/>
              <a:ext cx="173520" cy="173520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1148664" y="3178708"/>
            <a:ext cx="45593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Billing</a:t>
            </a:r>
            <a:endParaRPr sz="11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989338" y="3150971"/>
            <a:ext cx="123189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50" b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05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09460" y="3624732"/>
            <a:ext cx="221742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Itemized</a:t>
            </a:r>
            <a:r>
              <a:rPr sz="900" spc="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folio,</a:t>
            </a:r>
            <a:r>
              <a:rPr sz="900" spc="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checkout</a:t>
            </a:r>
            <a:r>
              <a:rPr sz="900" spc="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00" spc="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900" spc="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release.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09460" y="3991940"/>
            <a:ext cx="142557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650" b="1" spc="45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650" b="1" spc="459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5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OPERATOR</a:t>
            </a:r>
            <a:r>
              <a:rPr sz="650" b="1" spc="18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4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OVERLOAD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374428" y="3050070"/>
            <a:ext cx="2659380" cy="1160145"/>
            <a:chOff x="3374428" y="3050070"/>
            <a:chExt cx="2659380" cy="1160145"/>
          </a:xfrm>
        </p:grpSpPr>
        <p:sp>
          <p:nvSpPr>
            <p:cNvPr id="65" name="object 65"/>
            <p:cNvSpPr/>
            <p:nvPr/>
          </p:nvSpPr>
          <p:spPr>
            <a:xfrm>
              <a:off x="3378238" y="3053880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60" h="1152525">
                  <a:moveTo>
                    <a:pt x="2596680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2"/>
                  </a:lnTo>
                  <a:lnTo>
                    <a:pt x="0" y="54724"/>
                  </a:lnTo>
                  <a:lnTo>
                    <a:pt x="0" y="1097279"/>
                  </a:lnTo>
                  <a:lnTo>
                    <a:pt x="454" y="1104133"/>
                  </a:lnTo>
                  <a:lnTo>
                    <a:pt x="467" y="1104338"/>
                  </a:lnTo>
                  <a:lnTo>
                    <a:pt x="1804" y="1111140"/>
                  </a:lnTo>
                  <a:lnTo>
                    <a:pt x="1847" y="1111362"/>
                  </a:lnTo>
                  <a:lnTo>
                    <a:pt x="4003" y="1117878"/>
                  </a:lnTo>
                  <a:lnTo>
                    <a:pt x="33757" y="1147900"/>
                  </a:lnTo>
                  <a:lnTo>
                    <a:pt x="48014" y="1151635"/>
                  </a:lnTo>
                  <a:lnTo>
                    <a:pt x="49044" y="1151635"/>
                  </a:lnTo>
                  <a:lnTo>
                    <a:pt x="54724" y="1152004"/>
                  </a:lnTo>
                  <a:lnTo>
                    <a:pt x="2597035" y="1151635"/>
                  </a:lnTo>
                  <a:lnTo>
                    <a:pt x="2635696" y="1135710"/>
                  </a:lnTo>
                  <a:lnTo>
                    <a:pt x="2649842" y="1111362"/>
                  </a:lnTo>
                  <a:lnTo>
                    <a:pt x="2649916" y="1111140"/>
                  </a:lnTo>
                  <a:lnTo>
                    <a:pt x="2651253" y="1104338"/>
                  </a:lnTo>
                  <a:lnTo>
                    <a:pt x="2651293" y="1104133"/>
                  </a:lnTo>
                  <a:lnTo>
                    <a:pt x="2651737" y="1097279"/>
                  </a:lnTo>
                  <a:lnTo>
                    <a:pt x="2651404" y="54724"/>
                  </a:lnTo>
                  <a:lnTo>
                    <a:pt x="2635467" y="16063"/>
                  </a:lnTo>
                  <a:lnTo>
                    <a:pt x="2603890" y="466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378238" y="3053880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60" h="1152525">
                  <a:moveTo>
                    <a:pt x="0" y="54724"/>
                  </a:moveTo>
                  <a:lnTo>
                    <a:pt x="467" y="47508"/>
                  </a:lnTo>
                  <a:lnTo>
                    <a:pt x="1847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2596680" y="0"/>
                  </a:lnTo>
                  <a:lnTo>
                    <a:pt x="2635467" y="16063"/>
                  </a:lnTo>
                  <a:lnTo>
                    <a:pt x="2651404" y="54724"/>
                  </a:lnTo>
                  <a:lnTo>
                    <a:pt x="2651760" y="1096924"/>
                  </a:lnTo>
                  <a:lnTo>
                    <a:pt x="2651293" y="1104133"/>
                  </a:lnTo>
                  <a:lnTo>
                    <a:pt x="2649916" y="1111140"/>
                  </a:lnTo>
                  <a:lnTo>
                    <a:pt x="2624404" y="1144435"/>
                  </a:lnTo>
                  <a:lnTo>
                    <a:pt x="54724" y="1152004"/>
                  </a:lnTo>
                  <a:lnTo>
                    <a:pt x="15935" y="1135934"/>
                  </a:lnTo>
                  <a:lnTo>
                    <a:pt x="0" y="1097279"/>
                  </a:lnTo>
                  <a:lnTo>
                    <a:pt x="0" y="54724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506762" y="318203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2" y="50584"/>
                  </a:lnTo>
                  <a:lnTo>
                    <a:pt x="23393" y="86766"/>
                  </a:lnTo>
                  <a:lnTo>
                    <a:pt x="5891" y="128524"/>
                  </a:lnTo>
                  <a:lnTo>
                    <a:pt x="0" y="173520"/>
                  </a:lnTo>
                  <a:lnTo>
                    <a:pt x="1478" y="196294"/>
                  </a:lnTo>
                  <a:lnTo>
                    <a:pt x="13207" y="239948"/>
                  </a:lnTo>
                  <a:lnTo>
                    <a:pt x="35979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6" y="279352"/>
                  </a:lnTo>
                  <a:lnTo>
                    <a:pt x="334188" y="239948"/>
                  </a:lnTo>
                  <a:lnTo>
                    <a:pt x="345917" y="196294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104"/>
                  </a:lnTo>
                  <a:lnTo>
                    <a:pt x="311416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badge ic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3515" y="3268433"/>
              <a:ext cx="173520" cy="173520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3932897" y="3178708"/>
            <a:ext cx="88328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Staff</a:t>
            </a:r>
            <a:r>
              <a:rPr sz="1100" b="1" spc="2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records</a:t>
            </a:r>
            <a:endParaRPr sz="11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773585" y="3150971"/>
            <a:ext cx="123189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50" b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06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493693" y="3624732"/>
            <a:ext cx="222440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IDs,</a:t>
            </a:r>
            <a:r>
              <a:rPr sz="900" spc="2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roles</a:t>
            </a:r>
            <a:r>
              <a:rPr sz="900" spc="2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9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daily</a:t>
            </a:r>
            <a:r>
              <a:rPr sz="9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wages</a:t>
            </a:r>
            <a:r>
              <a:rPr sz="900" spc="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in</a:t>
            </a:r>
            <a:r>
              <a:rPr sz="9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one</a:t>
            </a:r>
            <a:r>
              <a:rPr sz="9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directory.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93693" y="3991940"/>
            <a:ext cx="79883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650" b="1" spc="47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650" b="1" spc="47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5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STRUCTS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6159030" y="3050070"/>
            <a:ext cx="2659380" cy="1160145"/>
            <a:chOff x="6159030" y="3050070"/>
            <a:chExt cx="2659380" cy="1160145"/>
          </a:xfrm>
        </p:grpSpPr>
        <p:sp>
          <p:nvSpPr>
            <p:cNvPr id="74" name="object 74"/>
            <p:cNvSpPr/>
            <p:nvPr/>
          </p:nvSpPr>
          <p:spPr>
            <a:xfrm>
              <a:off x="6162840" y="3053880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59" h="1152525">
                  <a:moveTo>
                    <a:pt x="2596680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1097279"/>
                  </a:lnTo>
                  <a:lnTo>
                    <a:pt x="452" y="1104133"/>
                  </a:lnTo>
                  <a:lnTo>
                    <a:pt x="466" y="1104338"/>
                  </a:lnTo>
                  <a:lnTo>
                    <a:pt x="1799" y="1111140"/>
                  </a:lnTo>
                  <a:lnTo>
                    <a:pt x="1843" y="1111362"/>
                  </a:lnTo>
                  <a:lnTo>
                    <a:pt x="3997" y="1117878"/>
                  </a:lnTo>
                  <a:lnTo>
                    <a:pt x="4098" y="1118184"/>
                  </a:lnTo>
                  <a:lnTo>
                    <a:pt x="7200" y="1124635"/>
                  </a:lnTo>
                  <a:lnTo>
                    <a:pt x="40497" y="1150156"/>
                  </a:lnTo>
                  <a:lnTo>
                    <a:pt x="48014" y="1151635"/>
                  </a:lnTo>
                  <a:lnTo>
                    <a:pt x="49044" y="1151635"/>
                  </a:lnTo>
                  <a:lnTo>
                    <a:pt x="54724" y="1152004"/>
                  </a:lnTo>
                  <a:lnTo>
                    <a:pt x="2597035" y="1151635"/>
                  </a:lnTo>
                  <a:lnTo>
                    <a:pt x="2635696" y="1135710"/>
                  </a:lnTo>
                  <a:lnTo>
                    <a:pt x="2649842" y="1111362"/>
                  </a:lnTo>
                  <a:lnTo>
                    <a:pt x="2649916" y="1111140"/>
                  </a:lnTo>
                  <a:lnTo>
                    <a:pt x="2651253" y="1104338"/>
                  </a:lnTo>
                  <a:lnTo>
                    <a:pt x="2651293" y="1104133"/>
                  </a:lnTo>
                  <a:lnTo>
                    <a:pt x="2651737" y="1097279"/>
                  </a:lnTo>
                  <a:lnTo>
                    <a:pt x="2651760" y="1096924"/>
                  </a:lnTo>
                  <a:lnTo>
                    <a:pt x="2651404" y="54724"/>
                  </a:lnTo>
                  <a:lnTo>
                    <a:pt x="2635467" y="16063"/>
                  </a:lnTo>
                  <a:lnTo>
                    <a:pt x="2603888" y="466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162840" y="3053880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59" h="115252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2596680" y="0"/>
                  </a:lnTo>
                  <a:lnTo>
                    <a:pt x="2635467" y="16063"/>
                  </a:lnTo>
                  <a:lnTo>
                    <a:pt x="2651404" y="54724"/>
                  </a:lnTo>
                  <a:lnTo>
                    <a:pt x="2651760" y="1096924"/>
                  </a:lnTo>
                  <a:lnTo>
                    <a:pt x="2651293" y="1104133"/>
                  </a:lnTo>
                  <a:lnTo>
                    <a:pt x="2649916" y="1111140"/>
                  </a:lnTo>
                  <a:lnTo>
                    <a:pt x="2624404" y="1144435"/>
                  </a:lnTo>
                  <a:lnTo>
                    <a:pt x="54724" y="1152004"/>
                  </a:lnTo>
                  <a:lnTo>
                    <a:pt x="15925" y="1135934"/>
                  </a:lnTo>
                  <a:lnTo>
                    <a:pt x="0" y="1097279"/>
                  </a:lnTo>
                  <a:lnTo>
                    <a:pt x="0" y="54724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290995" y="318203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888" y="0"/>
                  </a:moveTo>
                  <a:lnTo>
                    <a:pt x="128836" y="5853"/>
                  </a:lnTo>
                  <a:lnTo>
                    <a:pt x="86766" y="23050"/>
                  </a:lnTo>
                  <a:lnTo>
                    <a:pt x="50900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6" y="279352"/>
                  </a:lnTo>
                  <a:lnTo>
                    <a:pt x="67906" y="311416"/>
                  </a:lnTo>
                  <a:lnTo>
                    <a:pt x="107310" y="334040"/>
                  </a:lnTo>
                  <a:lnTo>
                    <a:pt x="151108" y="345878"/>
                  </a:lnTo>
                  <a:lnTo>
                    <a:pt x="173888" y="347408"/>
                  </a:lnTo>
                  <a:lnTo>
                    <a:pt x="196455" y="345878"/>
                  </a:lnTo>
                  <a:lnTo>
                    <a:pt x="240103" y="334040"/>
                  </a:lnTo>
                  <a:lnTo>
                    <a:pt x="279502" y="311416"/>
                  </a:lnTo>
                  <a:lnTo>
                    <a:pt x="311421" y="279352"/>
                  </a:lnTo>
                  <a:lnTo>
                    <a:pt x="334190" y="239948"/>
                  </a:lnTo>
                  <a:lnTo>
                    <a:pt x="345928" y="196294"/>
                  </a:lnTo>
                  <a:lnTo>
                    <a:pt x="347408" y="173520"/>
                  </a:lnTo>
                  <a:lnTo>
                    <a:pt x="345928" y="150752"/>
                  </a:lnTo>
                  <a:lnTo>
                    <a:pt x="334190" y="107104"/>
                  </a:lnTo>
                  <a:lnTo>
                    <a:pt x="311421" y="67695"/>
                  </a:lnTo>
                  <a:lnTo>
                    <a:pt x="279502" y="35635"/>
                  </a:lnTo>
                  <a:lnTo>
                    <a:pt x="240103" y="13067"/>
                  </a:lnTo>
                  <a:lnTo>
                    <a:pt x="196455" y="1474"/>
                  </a:lnTo>
                  <a:lnTo>
                    <a:pt x="173888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payments ic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8117" y="3268433"/>
              <a:ext cx="173520" cy="173520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6717144" y="3178708"/>
            <a:ext cx="146621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Attendance</a:t>
            </a:r>
            <a:r>
              <a:rPr sz="1100" b="1" spc="5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1100" b="1" spc="6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payroll</a:t>
            </a:r>
            <a:endParaRPr sz="11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557818" y="3150971"/>
            <a:ext cx="123189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50" b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07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277940" y="3607810"/>
            <a:ext cx="1941195" cy="5086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Daily</a:t>
            </a:r>
            <a:r>
              <a:rPr sz="900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presence,</a:t>
            </a:r>
            <a:r>
              <a:rPr sz="900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salary</a:t>
            </a:r>
            <a:r>
              <a:rPr sz="900" spc="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calculation</a:t>
            </a:r>
            <a:r>
              <a:rPr sz="900" spc="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2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 </a:t>
            </a:r>
            <a:r>
              <a:rPr sz="90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payments.</a:t>
            </a:r>
            <a:endParaRPr sz="9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650" b="1" spc="46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650" b="1" spc="47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5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TEMPL</a:t>
            </a:r>
            <a:r>
              <a:rPr sz="650" b="1" spc="-8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2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ATES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8943263" y="3050070"/>
            <a:ext cx="2659380" cy="1160145"/>
            <a:chOff x="8943263" y="3050070"/>
            <a:chExt cx="2659380" cy="1160145"/>
          </a:xfrm>
        </p:grpSpPr>
        <p:sp>
          <p:nvSpPr>
            <p:cNvPr id="82" name="object 82"/>
            <p:cNvSpPr/>
            <p:nvPr/>
          </p:nvSpPr>
          <p:spPr>
            <a:xfrm>
              <a:off x="8947073" y="3053880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59" h="1152525">
                  <a:moveTo>
                    <a:pt x="259668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79" y="21422"/>
                  </a:lnTo>
                  <a:lnTo>
                    <a:pt x="0" y="54724"/>
                  </a:lnTo>
                  <a:lnTo>
                    <a:pt x="0" y="1097279"/>
                  </a:lnTo>
                  <a:lnTo>
                    <a:pt x="454" y="1104133"/>
                  </a:lnTo>
                  <a:lnTo>
                    <a:pt x="467" y="1104338"/>
                  </a:lnTo>
                  <a:lnTo>
                    <a:pt x="1804" y="1111140"/>
                  </a:lnTo>
                  <a:lnTo>
                    <a:pt x="1847" y="1111362"/>
                  </a:lnTo>
                  <a:lnTo>
                    <a:pt x="4003" y="1117878"/>
                  </a:lnTo>
                  <a:lnTo>
                    <a:pt x="33769" y="1147900"/>
                  </a:lnTo>
                  <a:lnTo>
                    <a:pt x="48021" y="1151635"/>
                  </a:lnTo>
                  <a:lnTo>
                    <a:pt x="49050" y="1151635"/>
                  </a:lnTo>
                  <a:lnTo>
                    <a:pt x="54724" y="1152004"/>
                  </a:lnTo>
                  <a:lnTo>
                    <a:pt x="2597048" y="1151635"/>
                  </a:lnTo>
                  <a:lnTo>
                    <a:pt x="2635702" y="1135710"/>
                  </a:lnTo>
                  <a:lnTo>
                    <a:pt x="2649844" y="1111362"/>
                  </a:lnTo>
                  <a:lnTo>
                    <a:pt x="2649918" y="1111140"/>
                  </a:lnTo>
                  <a:lnTo>
                    <a:pt x="2651253" y="1104338"/>
                  </a:lnTo>
                  <a:lnTo>
                    <a:pt x="2651294" y="1104133"/>
                  </a:lnTo>
                  <a:lnTo>
                    <a:pt x="2651737" y="1097279"/>
                  </a:lnTo>
                  <a:lnTo>
                    <a:pt x="2651404" y="54724"/>
                  </a:lnTo>
                  <a:lnTo>
                    <a:pt x="2635478" y="16063"/>
                  </a:lnTo>
                  <a:lnTo>
                    <a:pt x="2603896" y="466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8947073" y="3053880"/>
              <a:ext cx="2651760" cy="1152525"/>
            </a:xfrm>
            <a:custGeom>
              <a:avLst/>
              <a:gdLst/>
              <a:ahLst/>
              <a:cxnLst/>
              <a:rect l="l" t="t" r="r" b="b"/>
              <a:pathLst>
                <a:path w="2651759" h="1152525">
                  <a:moveTo>
                    <a:pt x="0" y="54724"/>
                  </a:moveTo>
                  <a:lnTo>
                    <a:pt x="467" y="47508"/>
                  </a:lnTo>
                  <a:lnTo>
                    <a:pt x="1847" y="40497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2596680" y="0"/>
                  </a:lnTo>
                  <a:lnTo>
                    <a:pt x="2635478" y="16063"/>
                  </a:lnTo>
                  <a:lnTo>
                    <a:pt x="2651404" y="54724"/>
                  </a:lnTo>
                  <a:lnTo>
                    <a:pt x="2651759" y="1096924"/>
                  </a:lnTo>
                  <a:lnTo>
                    <a:pt x="2651294" y="1104133"/>
                  </a:lnTo>
                  <a:lnTo>
                    <a:pt x="2649918" y="1111140"/>
                  </a:lnTo>
                  <a:lnTo>
                    <a:pt x="2624404" y="1144435"/>
                  </a:lnTo>
                  <a:lnTo>
                    <a:pt x="54724" y="1152004"/>
                  </a:lnTo>
                  <a:lnTo>
                    <a:pt x="15936" y="1135934"/>
                  </a:lnTo>
                  <a:lnTo>
                    <a:pt x="0" y="1097279"/>
                  </a:lnTo>
                  <a:lnTo>
                    <a:pt x="0" y="54724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9075597" y="318203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888" y="0"/>
                  </a:moveTo>
                  <a:lnTo>
                    <a:pt x="128836" y="5853"/>
                  </a:lnTo>
                  <a:lnTo>
                    <a:pt x="86766" y="23050"/>
                  </a:lnTo>
                  <a:lnTo>
                    <a:pt x="50895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5" y="279352"/>
                  </a:lnTo>
                  <a:lnTo>
                    <a:pt x="67900" y="311416"/>
                  </a:lnTo>
                  <a:lnTo>
                    <a:pt x="107310" y="334040"/>
                  </a:lnTo>
                  <a:lnTo>
                    <a:pt x="151108" y="345878"/>
                  </a:lnTo>
                  <a:lnTo>
                    <a:pt x="173888" y="347408"/>
                  </a:lnTo>
                  <a:lnTo>
                    <a:pt x="196453" y="345878"/>
                  </a:lnTo>
                  <a:lnTo>
                    <a:pt x="240098" y="334040"/>
                  </a:lnTo>
                  <a:lnTo>
                    <a:pt x="279500" y="311416"/>
                  </a:lnTo>
                  <a:lnTo>
                    <a:pt x="311416" y="279352"/>
                  </a:lnTo>
                  <a:lnTo>
                    <a:pt x="334190" y="239948"/>
                  </a:lnTo>
                  <a:lnTo>
                    <a:pt x="345928" y="196294"/>
                  </a:lnTo>
                  <a:lnTo>
                    <a:pt x="347408" y="173520"/>
                  </a:lnTo>
                  <a:lnTo>
                    <a:pt x="345928" y="150752"/>
                  </a:lnTo>
                  <a:lnTo>
                    <a:pt x="334190" y="107104"/>
                  </a:lnTo>
                  <a:lnTo>
                    <a:pt x="311416" y="67695"/>
                  </a:lnTo>
                  <a:lnTo>
                    <a:pt x="279500" y="35635"/>
                  </a:lnTo>
                  <a:lnTo>
                    <a:pt x="240098" y="13067"/>
                  </a:lnTo>
                  <a:lnTo>
                    <a:pt x="196453" y="1474"/>
                  </a:lnTo>
                  <a:lnTo>
                    <a:pt x="173888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folder ic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62363" y="3268433"/>
              <a:ext cx="173520" cy="173520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9501746" y="3178708"/>
            <a:ext cx="105537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File</a:t>
            </a:r>
            <a:r>
              <a:rPr sz="1100" b="1" spc="1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persistence</a:t>
            </a:r>
            <a:endParaRPr sz="11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1342420" y="3150971"/>
            <a:ext cx="123189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50" b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08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062542" y="3624732"/>
            <a:ext cx="201168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Text-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file</a:t>
            </a:r>
            <a:r>
              <a:rPr sz="900" spc="3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storage</a:t>
            </a:r>
            <a:r>
              <a:rPr sz="900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that</a:t>
            </a:r>
            <a:r>
              <a:rPr sz="900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survives</a:t>
            </a:r>
            <a:r>
              <a:rPr sz="900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restart.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9062542" y="3991940"/>
            <a:ext cx="817244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650" b="1" spc="47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650" b="1" spc="47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5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FSTRE</a:t>
            </a:r>
            <a:r>
              <a:rPr sz="650" b="1" spc="-9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2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AM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589826" y="4421670"/>
            <a:ext cx="6911975" cy="1425575"/>
            <a:chOff x="589826" y="4421670"/>
            <a:chExt cx="6911975" cy="1425575"/>
          </a:xfrm>
        </p:grpSpPr>
        <p:sp>
          <p:nvSpPr>
            <p:cNvPr id="91" name="object 91"/>
            <p:cNvSpPr/>
            <p:nvPr/>
          </p:nvSpPr>
          <p:spPr>
            <a:xfrm>
              <a:off x="593636" y="4425480"/>
              <a:ext cx="6908165" cy="1417955"/>
            </a:xfrm>
            <a:custGeom>
              <a:avLst/>
              <a:gdLst/>
              <a:ahLst/>
              <a:cxnLst/>
              <a:rect l="l" t="t" r="r" b="b"/>
              <a:pathLst>
                <a:path w="6908165" h="1417954">
                  <a:moveTo>
                    <a:pt x="50761" y="0"/>
                  </a:moveTo>
                  <a:lnTo>
                    <a:pt x="15168" y="14806"/>
                  </a:lnTo>
                  <a:lnTo>
                    <a:pt x="368" y="50393"/>
                  </a:lnTo>
                  <a:lnTo>
                    <a:pt x="0" y="1367282"/>
                  </a:lnTo>
                  <a:lnTo>
                    <a:pt x="462" y="1373949"/>
                  </a:lnTo>
                  <a:lnTo>
                    <a:pt x="19754" y="1407214"/>
                  </a:lnTo>
                  <a:lnTo>
                    <a:pt x="50406" y="1417675"/>
                  </a:lnTo>
                  <a:lnTo>
                    <a:pt x="5344922" y="1417675"/>
                  </a:lnTo>
                  <a:lnTo>
                    <a:pt x="5350870" y="1417265"/>
                  </a:lnTo>
                  <a:lnTo>
                    <a:pt x="5351353" y="1417265"/>
                  </a:lnTo>
                  <a:lnTo>
                    <a:pt x="5384856" y="1397928"/>
                  </a:lnTo>
                  <a:lnTo>
                    <a:pt x="5395328" y="1367282"/>
                  </a:lnTo>
                  <a:lnTo>
                    <a:pt x="5395302" y="50393"/>
                  </a:lnTo>
                  <a:lnTo>
                    <a:pt x="5380520" y="15163"/>
                  </a:lnTo>
                  <a:lnTo>
                    <a:pt x="5346628" y="460"/>
                  </a:lnTo>
                  <a:lnTo>
                    <a:pt x="6907762" y="460"/>
                  </a:lnTo>
                  <a:lnTo>
                    <a:pt x="50761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593636" y="4425480"/>
              <a:ext cx="5395595" cy="1417955"/>
            </a:xfrm>
            <a:custGeom>
              <a:avLst/>
              <a:gdLst/>
              <a:ahLst/>
              <a:cxnLst/>
              <a:rect l="l" t="t" r="r" b="b"/>
              <a:pathLst>
                <a:path w="5395595" h="1417954">
                  <a:moveTo>
                    <a:pt x="368" y="50393"/>
                  </a:moveTo>
                  <a:lnTo>
                    <a:pt x="778" y="43727"/>
                  </a:lnTo>
                  <a:lnTo>
                    <a:pt x="2032" y="37261"/>
                  </a:lnTo>
                  <a:lnTo>
                    <a:pt x="25565" y="6845"/>
                  </a:lnTo>
                  <a:lnTo>
                    <a:pt x="50761" y="0"/>
                  </a:lnTo>
                  <a:lnTo>
                    <a:pt x="5344922" y="355"/>
                  </a:lnTo>
                  <a:lnTo>
                    <a:pt x="5380520" y="15163"/>
                  </a:lnTo>
                  <a:lnTo>
                    <a:pt x="5395328" y="50761"/>
                  </a:lnTo>
                  <a:lnTo>
                    <a:pt x="5395328" y="1367282"/>
                  </a:lnTo>
                  <a:lnTo>
                    <a:pt x="5394917" y="1373949"/>
                  </a:lnTo>
                  <a:lnTo>
                    <a:pt x="5393663" y="1380418"/>
                  </a:lnTo>
                  <a:lnTo>
                    <a:pt x="5370118" y="1410843"/>
                  </a:lnTo>
                  <a:lnTo>
                    <a:pt x="5344922" y="1417675"/>
                  </a:lnTo>
                  <a:lnTo>
                    <a:pt x="50406" y="1417675"/>
                  </a:lnTo>
                  <a:lnTo>
                    <a:pt x="14808" y="1402875"/>
                  </a:lnTo>
                  <a:lnTo>
                    <a:pt x="0" y="1367282"/>
                  </a:lnTo>
                  <a:lnTo>
                    <a:pt x="368" y="50393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831964" y="460836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49" y="8191"/>
                  </a:lnTo>
                  <a:lnTo>
                    <a:pt x="118795" y="32042"/>
                  </a:lnTo>
                  <a:lnTo>
                    <a:pt x="69562" y="69797"/>
                  </a:lnTo>
                  <a:lnTo>
                    <a:pt x="31673" y="119164"/>
                  </a:lnTo>
                  <a:lnTo>
                    <a:pt x="8140" y="176399"/>
                  </a:lnTo>
                  <a:lnTo>
                    <a:pt x="0" y="237959"/>
                  </a:lnTo>
                  <a:lnTo>
                    <a:pt x="2062" y="269076"/>
                  </a:lnTo>
                  <a:lnTo>
                    <a:pt x="18066" y="328881"/>
                  </a:lnTo>
                  <a:lnTo>
                    <a:pt x="49031" y="382771"/>
                  </a:lnTo>
                  <a:lnTo>
                    <a:pt x="92929" y="426569"/>
                  </a:lnTo>
                  <a:lnTo>
                    <a:pt x="146880" y="457636"/>
                  </a:lnTo>
                  <a:lnTo>
                    <a:pt x="206831" y="473549"/>
                  </a:lnTo>
                  <a:lnTo>
                    <a:pt x="237959" y="475564"/>
                  </a:lnTo>
                  <a:lnTo>
                    <a:pt x="268875" y="473549"/>
                  </a:lnTo>
                  <a:lnTo>
                    <a:pt x="328676" y="457636"/>
                  </a:lnTo>
                  <a:lnTo>
                    <a:pt x="382621" y="426569"/>
                  </a:lnTo>
                  <a:lnTo>
                    <a:pt x="426519" y="382771"/>
                  </a:lnTo>
                  <a:lnTo>
                    <a:pt x="457484" y="328881"/>
                  </a:lnTo>
                  <a:lnTo>
                    <a:pt x="473488" y="269076"/>
                  </a:lnTo>
                  <a:lnTo>
                    <a:pt x="475551" y="237959"/>
                  </a:lnTo>
                  <a:lnTo>
                    <a:pt x="473488" y="206842"/>
                  </a:lnTo>
                  <a:lnTo>
                    <a:pt x="457484" y="147037"/>
                  </a:lnTo>
                  <a:lnTo>
                    <a:pt x="426519" y="93147"/>
                  </a:lnTo>
                  <a:lnTo>
                    <a:pt x="382621" y="49350"/>
                  </a:lnTo>
                  <a:lnTo>
                    <a:pt x="328676" y="18227"/>
                  </a:lnTo>
                  <a:lnTo>
                    <a:pt x="268875" y="2070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C5A0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person ic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1115" y="4727168"/>
              <a:ext cx="237235" cy="237236"/>
            </a:xfrm>
            <a:prstGeom prst="rect">
              <a:avLst/>
            </a:prstGeom>
          </p:spPr>
        </p:pic>
      </p:grpSp>
      <p:sp>
        <p:nvSpPr>
          <p:cNvPr id="95" name="object 95"/>
          <p:cNvSpPr txBox="1"/>
          <p:nvPr/>
        </p:nvSpPr>
        <p:spPr>
          <a:xfrm>
            <a:off x="1440980" y="4539657"/>
            <a:ext cx="2279015" cy="8718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endParaRPr sz="8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Browse,</a:t>
            </a:r>
            <a:r>
              <a:rPr sz="1250" b="1" spc="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book,</a:t>
            </a:r>
            <a:r>
              <a:rPr sz="1250" b="1" spc="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dine,</a:t>
            </a:r>
            <a:r>
              <a:rPr sz="1250" b="1" spc="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5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settle.</a:t>
            </a:r>
            <a:endParaRPr sz="125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6000"/>
              </a:lnSpc>
              <a:spcBef>
                <a:spcPts val="470"/>
              </a:spcBef>
            </a:pP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View</a:t>
            </a:r>
            <a:r>
              <a:rPr sz="9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rooms</a:t>
            </a:r>
            <a:r>
              <a:rPr sz="900" spc="2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spc="2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Book</a:t>
            </a:r>
            <a:r>
              <a:rPr sz="9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stay</a:t>
            </a:r>
            <a:r>
              <a:rPr sz="900" spc="2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spc="2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My</a:t>
            </a:r>
            <a:r>
              <a:rPr sz="9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bookings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Order</a:t>
            </a:r>
            <a:r>
              <a:rPr sz="9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900" spc="2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spc="229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View</a:t>
            </a:r>
            <a:r>
              <a:rPr sz="9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bill</a:t>
            </a:r>
            <a:r>
              <a:rPr sz="9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9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checkout</a:t>
            </a:r>
            <a:r>
              <a:rPr sz="900" spc="2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spc="229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Logout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6195034" y="4421670"/>
            <a:ext cx="6911975" cy="1425575"/>
            <a:chOff x="6195034" y="4421670"/>
            <a:chExt cx="6911975" cy="1425575"/>
          </a:xfrm>
        </p:grpSpPr>
        <p:sp>
          <p:nvSpPr>
            <p:cNvPr id="97" name="object 97"/>
            <p:cNvSpPr/>
            <p:nvPr/>
          </p:nvSpPr>
          <p:spPr>
            <a:xfrm>
              <a:off x="6198844" y="4425480"/>
              <a:ext cx="6908165" cy="1417955"/>
            </a:xfrm>
            <a:custGeom>
              <a:avLst/>
              <a:gdLst/>
              <a:ahLst/>
              <a:cxnLst/>
              <a:rect l="l" t="t" r="r" b="b"/>
              <a:pathLst>
                <a:path w="6908165" h="1417954">
                  <a:moveTo>
                    <a:pt x="50749" y="0"/>
                  </a:moveTo>
                  <a:lnTo>
                    <a:pt x="15162" y="14806"/>
                  </a:lnTo>
                  <a:lnTo>
                    <a:pt x="355" y="50393"/>
                  </a:lnTo>
                  <a:lnTo>
                    <a:pt x="0" y="1367282"/>
                  </a:lnTo>
                  <a:lnTo>
                    <a:pt x="460" y="1373949"/>
                  </a:lnTo>
                  <a:lnTo>
                    <a:pt x="19746" y="1407214"/>
                  </a:lnTo>
                  <a:lnTo>
                    <a:pt x="50393" y="1417675"/>
                  </a:lnTo>
                  <a:lnTo>
                    <a:pt x="5344909" y="1417675"/>
                  </a:lnTo>
                  <a:lnTo>
                    <a:pt x="5350857" y="1417265"/>
                  </a:lnTo>
                  <a:lnTo>
                    <a:pt x="5351340" y="1417265"/>
                  </a:lnTo>
                  <a:lnTo>
                    <a:pt x="5384843" y="1397928"/>
                  </a:lnTo>
                  <a:lnTo>
                    <a:pt x="5395315" y="1367282"/>
                  </a:lnTo>
                  <a:lnTo>
                    <a:pt x="5395290" y="50393"/>
                  </a:lnTo>
                  <a:lnTo>
                    <a:pt x="5380508" y="15163"/>
                  </a:lnTo>
                  <a:lnTo>
                    <a:pt x="5346615" y="460"/>
                  </a:lnTo>
                  <a:lnTo>
                    <a:pt x="6907750" y="460"/>
                  </a:lnTo>
                  <a:lnTo>
                    <a:pt x="50749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6198844" y="4425480"/>
              <a:ext cx="5395595" cy="1417955"/>
            </a:xfrm>
            <a:custGeom>
              <a:avLst/>
              <a:gdLst/>
              <a:ahLst/>
              <a:cxnLst/>
              <a:rect l="l" t="t" r="r" b="b"/>
              <a:pathLst>
                <a:path w="5395595" h="1417954">
                  <a:moveTo>
                    <a:pt x="355" y="50393"/>
                  </a:moveTo>
                  <a:lnTo>
                    <a:pt x="766" y="43727"/>
                  </a:lnTo>
                  <a:lnTo>
                    <a:pt x="2020" y="37261"/>
                  </a:lnTo>
                  <a:lnTo>
                    <a:pt x="25552" y="6845"/>
                  </a:lnTo>
                  <a:lnTo>
                    <a:pt x="50749" y="0"/>
                  </a:lnTo>
                  <a:lnTo>
                    <a:pt x="5344909" y="355"/>
                  </a:lnTo>
                  <a:lnTo>
                    <a:pt x="5380508" y="15163"/>
                  </a:lnTo>
                  <a:lnTo>
                    <a:pt x="5395315" y="50761"/>
                  </a:lnTo>
                  <a:lnTo>
                    <a:pt x="5395315" y="1367282"/>
                  </a:lnTo>
                  <a:lnTo>
                    <a:pt x="5394905" y="1373949"/>
                  </a:lnTo>
                  <a:lnTo>
                    <a:pt x="5393650" y="1380418"/>
                  </a:lnTo>
                  <a:lnTo>
                    <a:pt x="5370118" y="1410843"/>
                  </a:lnTo>
                  <a:lnTo>
                    <a:pt x="5344909" y="1417675"/>
                  </a:lnTo>
                  <a:lnTo>
                    <a:pt x="50393" y="1417675"/>
                  </a:lnTo>
                  <a:lnTo>
                    <a:pt x="14800" y="1402875"/>
                  </a:lnTo>
                  <a:lnTo>
                    <a:pt x="0" y="1367282"/>
                  </a:lnTo>
                  <a:lnTo>
                    <a:pt x="355" y="50393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6437515" y="460836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191"/>
                  </a:lnTo>
                  <a:lnTo>
                    <a:pt x="118808" y="32042"/>
                  </a:lnTo>
                  <a:lnTo>
                    <a:pt x="69575" y="69797"/>
                  </a:lnTo>
                  <a:lnTo>
                    <a:pt x="31686" y="119164"/>
                  </a:lnTo>
                  <a:lnTo>
                    <a:pt x="8147" y="176399"/>
                  </a:lnTo>
                  <a:lnTo>
                    <a:pt x="0" y="237959"/>
                  </a:lnTo>
                  <a:lnTo>
                    <a:pt x="2064" y="269076"/>
                  </a:lnTo>
                  <a:lnTo>
                    <a:pt x="18077" y="328881"/>
                  </a:lnTo>
                  <a:lnTo>
                    <a:pt x="49044" y="382771"/>
                  </a:lnTo>
                  <a:lnTo>
                    <a:pt x="92942" y="426569"/>
                  </a:lnTo>
                  <a:lnTo>
                    <a:pt x="146893" y="457636"/>
                  </a:lnTo>
                  <a:lnTo>
                    <a:pt x="206839" y="473549"/>
                  </a:lnTo>
                  <a:lnTo>
                    <a:pt x="237959" y="475564"/>
                  </a:lnTo>
                  <a:lnTo>
                    <a:pt x="268877" y="473549"/>
                  </a:lnTo>
                  <a:lnTo>
                    <a:pt x="328687" y="457636"/>
                  </a:lnTo>
                  <a:lnTo>
                    <a:pt x="382627" y="426569"/>
                  </a:lnTo>
                  <a:lnTo>
                    <a:pt x="426525" y="382771"/>
                  </a:lnTo>
                  <a:lnTo>
                    <a:pt x="457492" y="328881"/>
                  </a:lnTo>
                  <a:lnTo>
                    <a:pt x="473499" y="269076"/>
                  </a:lnTo>
                  <a:lnTo>
                    <a:pt x="475564" y="237959"/>
                  </a:lnTo>
                  <a:lnTo>
                    <a:pt x="473499" y="206842"/>
                  </a:lnTo>
                  <a:lnTo>
                    <a:pt x="457492" y="147037"/>
                  </a:lnTo>
                  <a:lnTo>
                    <a:pt x="426525" y="93147"/>
                  </a:lnTo>
                  <a:lnTo>
                    <a:pt x="382627" y="49350"/>
                  </a:lnTo>
                  <a:lnTo>
                    <a:pt x="328687" y="18227"/>
                  </a:lnTo>
                  <a:lnTo>
                    <a:pt x="268877" y="2070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C5A0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admin_panel_settings ic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6324" y="4727168"/>
              <a:ext cx="237235" cy="237236"/>
            </a:xfrm>
            <a:prstGeom prst="rect">
              <a:avLst/>
            </a:prstGeom>
          </p:spPr>
        </p:pic>
      </p:grpSp>
      <p:sp>
        <p:nvSpPr>
          <p:cNvPr id="101" name="object 101"/>
          <p:cNvSpPr txBox="1"/>
          <p:nvPr/>
        </p:nvSpPr>
        <p:spPr>
          <a:xfrm>
            <a:off x="7046176" y="4539657"/>
            <a:ext cx="2919095" cy="8718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1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endParaRPr sz="8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Run</a:t>
            </a:r>
            <a:r>
              <a:rPr sz="1250" b="1" spc="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inventory,</a:t>
            </a:r>
            <a:r>
              <a:rPr sz="1250" b="1" spc="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pricing</a:t>
            </a:r>
            <a:r>
              <a:rPr sz="1250" b="1" spc="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and</a:t>
            </a:r>
            <a:r>
              <a:rPr sz="1250" b="1" spc="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5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people.</a:t>
            </a:r>
            <a:endParaRPr sz="125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Manage</a:t>
            </a:r>
            <a:r>
              <a:rPr sz="9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rooms</a:t>
            </a:r>
            <a:r>
              <a:rPr sz="9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9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900" spc="2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spc="2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Update</a:t>
            </a:r>
            <a:r>
              <a:rPr sz="9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prices</a:t>
            </a:r>
            <a:endParaRPr sz="9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View</a:t>
            </a:r>
            <a:r>
              <a:rPr sz="9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bookings</a:t>
            </a:r>
            <a:r>
              <a:rPr sz="900" spc="2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spc="2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Bills</a:t>
            </a:r>
            <a:r>
              <a:rPr sz="900" spc="2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spc="2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Revenue</a:t>
            </a:r>
            <a:r>
              <a:rPr sz="900" spc="2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spc="2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Staff</a:t>
            </a:r>
            <a:r>
              <a:rPr sz="9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9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salaries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55904" y="6040704"/>
            <a:ext cx="4979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200" b="1" spc="-15" baseline="7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1200" b="1" spc="-60" baseline="7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spc="-15" baseline="7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1200" b="1" spc="-60" baseline="7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spc="-30" baseline="7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1200" b="1" spc="-44" baseline="7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baseline="7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1200" b="1" spc="-44" baseline="7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baseline="7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1200" b="1" spc="502" baseline="7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Online</a:t>
            </a:r>
            <a:r>
              <a:rPr sz="8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payments,</a:t>
            </a:r>
            <a:r>
              <a:rPr sz="850" spc="3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housekeeping</a:t>
            </a:r>
            <a:r>
              <a:rPr sz="8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8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OTA/channel</a:t>
            </a:r>
            <a:r>
              <a:rPr sz="850" spc="3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integrations</a:t>
            </a:r>
            <a:r>
              <a:rPr sz="8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are</a:t>
            </a:r>
            <a:r>
              <a:rPr sz="850" spc="3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outside</a:t>
            </a:r>
            <a:r>
              <a:rPr sz="8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this</a:t>
            </a:r>
            <a:r>
              <a:rPr sz="8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prototype.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H</a:t>
            </a:r>
            <a:r>
              <a:rPr spc="-5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S</a:t>
            </a:r>
            <a:r>
              <a:rPr spc="320" dirty="0"/>
              <a:t> </a:t>
            </a:r>
            <a:r>
              <a:rPr dirty="0"/>
              <a:t>·</a:t>
            </a:r>
            <a:r>
              <a:rPr spc="325" dirty="0"/>
              <a:t> </a:t>
            </a:r>
            <a:r>
              <a:rPr dirty="0"/>
              <a:t>H</a:t>
            </a:r>
            <a:r>
              <a:rPr spc="-4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L</a:t>
            </a:r>
            <a:r>
              <a:rPr spc="32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T</a:t>
            </a:r>
            <a:r>
              <a:rPr spc="32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Y</a:t>
            </a:r>
            <a:r>
              <a:rPr spc="-5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spc="-50" dirty="0"/>
              <a:t>M</a:t>
            </a:r>
            <a:endParaRPr spc="-50" dirty="0"/>
          </a:p>
        </p:txBody>
      </p:sp>
      <p:sp>
        <p:nvSpPr>
          <p:cNvPr id="106" name="object 10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C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+</a:t>
            </a:r>
            <a:r>
              <a:rPr spc="320" dirty="0"/>
              <a:t> </a:t>
            </a:r>
            <a:r>
              <a:rPr dirty="0"/>
              <a:t>C</a:t>
            </a:r>
            <a:r>
              <a:rPr spc="-50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N</a:t>
            </a:r>
            <a:r>
              <a:rPr spc="-40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3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C</a:t>
            </a:r>
            <a:r>
              <a:rPr spc="-45" dirty="0"/>
              <a:t> </a:t>
            </a:r>
            <a:r>
              <a:rPr spc="60" dirty="0"/>
              <a:t>AT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N</a:t>
            </a:r>
            <a:endParaRPr spc="-50" dirty="0"/>
          </a:p>
        </p:txBody>
      </p:sp>
      <p:sp>
        <p:nvSpPr>
          <p:cNvPr id="104" name="object 104"/>
          <p:cNvSpPr txBox="1"/>
          <p:nvPr/>
        </p:nvSpPr>
        <p:spPr>
          <a:xfrm>
            <a:off x="11174653" y="6517314"/>
            <a:ext cx="432434" cy="1593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05</a:t>
            </a:r>
            <a:r>
              <a:rPr sz="800" b="1" spc="229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800" b="1" spc="2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9597" y="-3492"/>
            <a:ext cx="11605895" cy="2829560"/>
            <a:chOff x="589597" y="-3492"/>
            <a:chExt cx="11605895" cy="2829560"/>
          </a:xfrm>
        </p:grpSpPr>
        <p:sp>
          <p:nvSpPr>
            <p:cNvPr id="3" name="object 3"/>
            <p:cNvSpPr/>
            <p:nvPr/>
          </p:nvSpPr>
          <p:spPr>
            <a:xfrm>
              <a:off x="9966604" y="0"/>
              <a:ext cx="2225040" cy="2822575"/>
            </a:xfrm>
            <a:custGeom>
              <a:avLst/>
              <a:gdLst/>
              <a:ahLst/>
              <a:cxnLst/>
              <a:rect l="l" t="t" r="r" b="b"/>
              <a:pathLst>
                <a:path w="2225040" h="2822575">
                  <a:moveTo>
                    <a:pt x="2224798" y="2822142"/>
                  </a:moveTo>
                  <a:lnTo>
                    <a:pt x="2170589" y="2816193"/>
                  </a:lnTo>
                  <a:lnTo>
                    <a:pt x="2121338" y="2809692"/>
                  </a:lnTo>
                  <a:lnTo>
                    <a:pt x="2072257" y="2802206"/>
                  </a:lnTo>
                  <a:lnTo>
                    <a:pt x="2023362" y="2793738"/>
                  </a:lnTo>
                  <a:lnTo>
                    <a:pt x="1974667" y="2784293"/>
                  </a:lnTo>
                  <a:lnTo>
                    <a:pt x="1926186" y="2773875"/>
                  </a:lnTo>
                  <a:lnTo>
                    <a:pt x="1877933" y="2762486"/>
                  </a:lnTo>
                  <a:lnTo>
                    <a:pt x="1829923" y="2750132"/>
                  </a:lnTo>
                  <a:lnTo>
                    <a:pt x="1782171" y="2736816"/>
                  </a:lnTo>
                  <a:lnTo>
                    <a:pt x="1734690" y="2722542"/>
                  </a:lnTo>
                  <a:lnTo>
                    <a:pt x="1687495" y="2707315"/>
                  </a:lnTo>
                  <a:lnTo>
                    <a:pt x="1640600" y="2691137"/>
                  </a:lnTo>
                  <a:lnTo>
                    <a:pt x="1594020" y="2674013"/>
                  </a:lnTo>
                  <a:lnTo>
                    <a:pt x="1547770" y="2655947"/>
                  </a:lnTo>
                  <a:lnTo>
                    <a:pt x="1501862" y="2636943"/>
                  </a:lnTo>
                  <a:lnTo>
                    <a:pt x="1456313" y="2617005"/>
                  </a:lnTo>
                  <a:lnTo>
                    <a:pt x="1411136" y="2596136"/>
                  </a:lnTo>
                  <a:lnTo>
                    <a:pt x="1366346" y="2574341"/>
                  </a:lnTo>
                  <a:lnTo>
                    <a:pt x="1321957" y="2551623"/>
                  </a:lnTo>
                  <a:lnTo>
                    <a:pt x="1277983" y="2527987"/>
                  </a:lnTo>
                  <a:lnTo>
                    <a:pt x="1234439" y="2503436"/>
                  </a:lnTo>
                  <a:lnTo>
                    <a:pt x="1191400" y="2478012"/>
                  </a:lnTo>
                  <a:lnTo>
                    <a:pt x="1148940" y="2451759"/>
                  </a:lnTo>
                  <a:lnTo>
                    <a:pt x="1107070" y="2424685"/>
                  </a:lnTo>
                  <a:lnTo>
                    <a:pt x="1065800" y="2396803"/>
                  </a:lnTo>
                  <a:lnTo>
                    <a:pt x="1025140" y="2368122"/>
                  </a:lnTo>
                  <a:lnTo>
                    <a:pt x="985102" y="2338652"/>
                  </a:lnTo>
                  <a:lnTo>
                    <a:pt x="945695" y="2308405"/>
                  </a:lnTo>
                  <a:lnTo>
                    <a:pt x="906931" y="2277391"/>
                  </a:lnTo>
                  <a:lnTo>
                    <a:pt x="868818" y="2245620"/>
                  </a:lnTo>
                  <a:lnTo>
                    <a:pt x="831368" y="2213102"/>
                  </a:lnTo>
                  <a:lnTo>
                    <a:pt x="794592" y="2179849"/>
                  </a:lnTo>
                  <a:lnTo>
                    <a:pt x="758500" y="2145870"/>
                  </a:lnTo>
                  <a:lnTo>
                    <a:pt x="723101" y="2111176"/>
                  </a:lnTo>
                  <a:lnTo>
                    <a:pt x="688407" y="2075778"/>
                  </a:lnTo>
                  <a:lnTo>
                    <a:pt x="654428" y="2039685"/>
                  </a:lnTo>
                  <a:lnTo>
                    <a:pt x="621175" y="2002909"/>
                  </a:lnTo>
                  <a:lnTo>
                    <a:pt x="588657" y="1965459"/>
                  </a:lnTo>
                  <a:lnTo>
                    <a:pt x="556886" y="1927347"/>
                  </a:lnTo>
                  <a:lnTo>
                    <a:pt x="525871" y="1888582"/>
                  </a:lnTo>
                  <a:lnTo>
                    <a:pt x="495624" y="1849176"/>
                  </a:lnTo>
                  <a:lnTo>
                    <a:pt x="466154" y="1809138"/>
                  </a:lnTo>
                  <a:lnTo>
                    <a:pt x="437472" y="1768479"/>
                  </a:lnTo>
                  <a:lnTo>
                    <a:pt x="409589" y="1727210"/>
                  </a:lnTo>
                  <a:lnTo>
                    <a:pt x="382515" y="1685341"/>
                  </a:lnTo>
                  <a:lnTo>
                    <a:pt x="356260" y="1642882"/>
                  </a:lnTo>
                  <a:lnTo>
                    <a:pt x="330834" y="1599844"/>
                  </a:lnTo>
                  <a:lnTo>
                    <a:pt x="306284" y="1556299"/>
                  </a:lnTo>
                  <a:lnTo>
                    <a:pt x="282648" y="1512324"/>
                  </a:lnTo>
                  <a:lnTo>
                    <a:pt x="259930" y="1467934"/>
                  </a:lnTo>
                  <a:lnTo>
                    <a:pt x="238136" y="1423143"/>
                  </a:lnTo>
                  <a:lnTo>
                    <a:pt x="217267" y="1377965"/>
                  </a:lnTo>
                  <a:lnTo>
                    <a:pt x="197329" y="1332416"/>
                  </a:lnTo>
                  <a:lnTo>
                    <a:pt x="178326" y="1286508"/>
                  </a:lnTo>
                  <a:lnTo>
                    <a:pt x="160260" y="1240257"/>
                  </a:lnTo>
                  <a:lnTo>
                    <a:pt x="143137" y="1193678"/>
                  </a:lnTo>
                  <a:lnTo>
                    <a:pt x="126960" y="1146783"/>
                  </a:lnTo>
                  <a:lnTo>
                    <a:pt x="111733" y="1099588"/>
                  </a:lnTo>
                  <a:lnTo>
                    <a:pt x="97460" y="1052107"/>
                  </a:lnTo>
                  <a:lnTo>
                    <a:pt x="84145" y="1004355"/>
                  </a:lnTo>
                  <a:lnTo>
                    <a:pt x="71792" y="956346"/>
                  </a:lnTo>
                  <a:lnTo>
                    <a:pt x="60404" y="908093"/>
                  </a:lnTo>
                  <a:lnTo>
                    <a:pt x="49986" y="859613"/>
                  </a:lnTo>
                  <a:lnTo>
                    <a:pt x="40541" y="810918"/>
                  </a:lnTo>
                  <a:lnTo>
                    <a:pt x="32074" y="762024"/>
                  </a:lnTo>
                  <a:lnTo>
                    <a:pt x="24589" y="712944"/>
                  </a:lnTo>
                  <a:lnTo>
                    <a:pt x="18089" y="663693"/>
                  </a:lnTo>
                  <a:lnTo>
                    <a:pt x="12578" y="614286"/>
                  </a:lnTo>
                  <a:lnTo>
                    <a:pt x="8060" y="564736"/>
                  </a:lnTo>
                  <a:lnTo>
                    <a:pt x="4539" y="515059"/>
                  </a:lnTo>
                  <a:lnTo>
                    <a:pt x="2020" y="465268"/>
                  </a:lnTo>
                  <a:lnTo>
                    <a:pt x="505" y="415378"/>
                  </a:lnTo>
                  <a:lnTo>
                    <a:pt x="0" y="365404"/>
                  </a:lnTo>
                  <a:lnTo>
                    <a:pt x="505" y="315429"/>
                  </a:lnTo>
                  <a:lnTo>
                    <a:pt x="2020" y="265539"/>
                  </a:lnTo>
                  <a:lnTo>
                    <a:pt x="4539" y="215748"/>
                  </a:lnTo>
                  <a:lnTo>
                    <a:pt x="8060" y="166071"/>
                  </a:lnTo>
                  <a:lnTo>
                    <a:pt x="12578" y="116521"/>
                  </a:lnTo>
                  <a:lnTo>
                    <a:pt x="18089" y="67113"/>
                  </a:lnTo>
                  <a:lnTo>
                    <a:pt x="24589" y="17862"/>
                  </a:lnTo>
                  <a:lnTo>
                    <a:pt x="27313" y="0"/>
                  </a:lnTo>
                </a:path>
                <a:path w="2225040" h="2822575">
                  <a:moveTo>
                    <a:pt x="2224798" y="1972090"/>
                  </a:moveTo>
                  <a:lnTo>
                    <a:pt x="2157195" y="1954662"/>
                  </a:lnTo>
                  <a:lnTo>
                    <a:pt x="2108482" y="1939784"/>
                  </a:lnTo>
                  <a:lnTo>
                    <a:pt x="2060292" y="1923216"/>
                  </a:lnTo>
                  <a:lnTo>
                    <a:pt x="2012673" y="1904971"/>
                  </a:lnTo>
                  <a:lnTo>
                    <a:pt x="1965668" y="1885062"/>
                  </a:lnTo>
                  <a:lnTo>
                    <a:pt x="1919324" y="1863501"/>
                  </a:lnTo>
                  <a:lnTo>
                    <a:pt x="1873686" y="1840302"/>
                  </a:lnTo>
                  <a:lnTo>
                    <a:pt x="1828800" y="1815477"/>
                  </a:lnTo>
                  <a:lnTo>
                    <a:pt x="1784813" y="1789029"/>
                  </a:lnTo>
                  <a:lnTo>
                    <a:pt x="1741867" y="1761117"/>
                  </a:lnTo>
                  <a:lnTo>
                    <a:pt x="1699995" y="1731772"/>
                  </a:lnTo>
                  <a:lnTo>
                    <a:pt x="1659228" y="1701028"/>
                  </a:lnTo>
                  <a:lnTo>
                    <a:pt x="1619599" y="1668917"/>
                  </a:lnTo>
                  <a:lnTo>
                    <a:pt x="1581142" y="1635472"/>
                  </a:lnTo>
                  <a:lnTo>
                    <a:pt x="1543889" y="1600725"/>
                  </a:lnTo>
                  <a:lnTo>
                    <a:pt x="1507872" y="1564709"/>
                  </a:lnTo>
                  <a:lnTo>
                    <a:pt x="1473124" y="1527457"/>
                  </a:lnTo>
                  <a:lnTo>
                    <a:pt x="1439677" y="1489001"/>
                  </a:lnTo>
                  <a:lnTo>
                    <a:pt x="1407565" y="1449373"/>
                  </a:lnTo>
                  <a:lnTo>
                    <a:pt x="1376820" y="1408607"/>
                  </a:lnTo>
                  <a:lnTo>
                    <a:pt x="1347475" y="1366735"/>
                  </a:lnTo>
                  <a:lnTo>
                    <a:pt x="1319562" y="1323790"/>
                  </a:lnTo>
                  <a:lnTo>
                    <a:pt x="1293113" y="1279804"/>
                  </a:lnTo>
                  <a:lnTo>
                    <a:pt x="1268291" y="1234917"/>
                  </a:lnTo>
                  <a:lnTo>
                    <a:pt x="1245094" y="1189279"/>
                  </a:lnTo>
                  <a:lnTo>
                    <a:pt x="1223535" y="1142935"/>
                  </a:lnTo>
                  <a:lnTo>
                    <a:pt x="1203627" y="1095931"/>
                  </a:lnTo>
                  <a:lnTo>
                    <a:pt x="1185384" y="1048311"/>
                  </a:lnTo>
                  <a:lnTo>
                    <a:pt x="1168817" y="1000122"/>
                  </a:lnTo>
                  <a:lnTo>
                    <a:pt x="1153939" y="951408"/>
                  </a:lnTo>
                  <a:lnTo>
                    <a:pt x="1140764" y="902216"/>
                  </a:lnTo>
                  <a:lnTo>
                    <a:pt x="1129304" y="852591"/>
                  </a:lnTo>
                  <a:lnTo>
                    <a:pt x="1119572" y="802577"/>
                  </a:lnTo>
                  <a:lnTo>
                    <a:pt x="1111581" y="752222"/>
                  </a:lnTo>
                  <a:lnTo>
                    <a:pt x="1105343" y="701569"/>
                  </a:lnTo>
                  <a:lnTo>
                    <a:pt x="1100872" y="650665"/>
                  </a:lnTo>
                  <a:lnTo>
                    <a:pt x="1098180" y="599555"/>
                  </a:lnTo>
                  <a:lnTo>
                    <a:pt x="1097279" y="548284"/>
                  </a:lnTo>
                  <a:lnTo>
                    <a:pt x="1098180" y="497013"/>
                  </a:lnTo>
                  <a:lnTo>
                    <a:pt x="1100872" y="445903"/>
                  </a:lnTo>
                  <a:lnTo>
                    <a:pt x="1105343" y="394999"/>
                  </a:lnTo>
                  <a:lnTo>
                    <a:pt x="1111581" y="344346"/>
                  </a:lnTo>
                  <a:lnTo>
                    <a:pt x="1119572" y="293990"/>
                  </a:lnTo>
                  <a:lnTo>
                    <a:pt x="1129304" y="243977"/>
                  </a:lnTo>
                  <a:lnTo>
                    <a:pt x="1140764" y="194352"/>
                  </a:lnTo>
                  <a:lnTo>
                    <a:pt x="1153939" y="145159"/>
                  </a:lnTo>
                  <a:lnTo>
                    <a:pt x="1168817" y="96446"/>
                  </a:lnTo>
                  <a:lnTo>
                    <a:pt x="1185384" y="48257"/>
                  </a:lnTo>
                  <a:lnTo>
                    <a:pt x="1203627" y="637"/>
                  </a:lnTo>
                  <a:lnTo>
                    <a:pt x="1203897" y="0"/>
                  </a:lnTo>
                </a:path>
              </a:pathLst>
            </a:custGeom>
            <a:ln w="647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94359" y="1645919"/>
              <a:ext cx="11000740" cy="0"/>
            </a:xfrm>
            <a:custGeom>
              <a:avLst/>
              <a:gdLst/>
              <a:ahLst/>
              <a:cxnLst/>
              <a:rect l="l" t="t" r="r" b="b"/>
              <a:pathLst>
                <a:path w="11000740">
                  <a:moveTo>
                    <a:pt x="0" y="0"/>
                  </a:moveTo>
                  <a:lnTo>
                    <a:pt x="11000155" y="0"/>
                  </a:lnTo>
                </a:path>
              </a:pathLst>
            </a:custGeom>
            <a:ln w="935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14400" y="2212555"/>
              <a:ext cx="10332720" cy="0"/>
            </a:xfrm>
            <a:custGeom>
              <a:avLst/>
              <a:gdLst/>
              <a:ahLst/>
              <a:cxnLst/>
              <a:rect l="l" t="t" r="r" b="b"/>
              <a:pathLst>
                <a:path w="10332720">
                  <a:moveTo>
                    <a:pt x="0" y="0"/>
                  </a:moveTo>
                  <a:lnTo>
                    <a:pt x="10332720" y="0"/>
                  </a:lnTo>
                </a:path>
              </a:pathLst>
            </a:custGeom>
            <a:ln w="1151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33195" y="1928875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283679" y="0"/>
                  </a:moveTo>
                  <a:lnTo>
                    <a:pt x="210062" y="9766"/>
                  </a:lnTo>
                  <a:lnTo>
                    <a:pt x="141846" y="38163"/>
                  </a:lnTo>
                  <a:lnTo>
                    <a:pt x="83118" y="83256"/>
                  </a:lnTo>
                  <a:lnTo>
                    <a:pt x="38163" y="141846"/>
                  </a:lnTo>
                  <a:lnTo>
                    <a:pt x="9632" y="210334"/>
                  </a:lnTo>
                  <a:lnTo>
                    <a:pt x="0" y="283679"/>
                  </a:lnTo>
                  <a:lnTo>
                    <a:pt x="2419" y="320727"/>
                  </a:lnTo>
                  <a:lnTo>
                    <a:pt x="21570" y="392122"/>
                  </a:lnTo>
                  <a:lnTo>
                    <a:pt x="58768" y="456305"/>
                  </a:lnTo>
                  <a:lnTo>
                    <a:pt x="110911" y="508552"/>
                  </a:lnTo>
                  <a:lnTo>
                    <a:pt x="175043" y="545594"/>
                  </a:lnTo>
                  <a:lnTo>
                    <a:pt x="246432" y="564591"/>
                  </a:lnTo>
                  <a:lnTo>
                    <a:pt x="283679" y="567004"/>
                  </a:lnTo>
                  <a:lnTo>
                    <a:pt x="320721" y="564591"/>
                  </a:lnTo>
                  <a:lnTo>
                    <a:pt x="391966" y="545594"/>
                  </a:lnTo>
                  <a:lnTo>
                    <a:pt x="456092" y="508552"/>
                  </a:lnTo>
                  <a:lnTo>
                    <a:pt x="508236" y="456305"/>
                  </a:lnTo>
                  <a:lnTo>
                    <a:pt x="545439" y="392122"/>
                  </a:lnTo>
                  <a:lnTo>
                    <a:pt x="564586" y="320727"/>
                  </a:lnTo>
                  <a:lnTo>
                    <a:pt x="567004" y="283679"/>
                  </a:lnTo>
                  <a:lnTo>
                    <a:pt x="564586" y="246637"/>
                  </a:lnTo>
                  <a:lnTo>
                    <a:pt x="545439" y="175244"/>
                  </a:lnTo>
                  <a:lnTo>
                    <a:pt x="508236" y="111067"/>
                  </a:lnTo>
                  <a:lnTo>
                    <a:pt x="456092" y="58819"/>
                  </a:lnTo>
                  <a:lnTo>
                    <a:pt x="391966" y="21720"/>
                  </a:lnTo>
                  <a:lnTo>
                    <a:pt x="320721" y="2469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33195" y="1928875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0" y="283679"/>
                  </a:moveTo>
                  <a:lnTo>
                    <a:pt x="2419" y="246637"/>
                  </a:lnTo>
                  <a:lnTo>
                    <a:pt x="9632" y="210334"/>
                  </a:lnTo>
                  <a:lnTo>
                    <a:pt x="38163" y="141846"/>
                  </a:lnTo>
                  <a:lnTo>
                    <a:pt x="83118" y="83256"/>
                  </a:lnTo>
                  <a:lnTo>
                    <a:pt x="141846" y="38163"/>
                  </a:lnTo>
                  <a:lnTo>
                    <a:pt x="210062" y="9766"/>
                  </a:lnTo>
                  <a:lnTo>
                    <a:pt x="283679" y="0"/>
                  </a:lnTo>
                  <a:lnTo>
                    <a:pt x="356985" y="9766"/>
                  </a:lnTo>
                  <a:lnTo>
                    <a:pt x="425157" y="38163"/>
                  </a:lnTo>
                  <a:lnTo>
                    <a:pt x="483885" y="83256"/>
                  </a:lnTo>
                  <a:lnTo>
                    <a:pt x="528840" y="141846"/>
                  </a:lnTo>
                  <a:lnTo>
                    <a:pt x="557376" y="210334"/>
                  </a:lnTo>
                  <a:lnTo>
                    <a:pt x="567004" y="283679"/>
                  </a:lnTo>
                  <a:lnTo>
                    <a:pt x="564586" y="320727"/>
                  </a:lnTo>
                  <a:lnTo>
                    <a:pt x="557376" y="357031"/>
                  </a:lnTo>
                  <a:lnTo>
                    <a:pt x="528840" y="425526"/>
                  </a:lnTo>
                  <a:lnTo>
                    <a:pt x="483885" y="484116"/>
                  </a:lnTo>
                  <a:lnTo>
                    <a:pt x="425157" y="529209"/>
                  </a:lnTo>
                  <a:lnTo>
                    <a:pt x="356985" y="557422"/>
                  </a:lnTo>
                  <a:lnTo>
                    <a:pt x="283679" y="567004"/>
                  </a:lnTo>
                  <a:lnTo>
                    <a:pt x="210062" y="557422"/>
                  </a:lnTo>
                  <a:lnTo>
                    <a:pt x="141846" y="529209"/>
                  </a:lnTo>
                  <a:lnTo>
                    <a:pt x="83118" y="484116"/>
                  </a:lnTo>
                  <a:lnTo>
                    <a:pt x="38163" y="425526"/>
                  </a:lnTo>
                  <a:lnTo>
                    <a:pt x="9632" y="357031"/>
                  </a:lnTo>
                  <a:lnTo>
                    <a:pt x="2419" y="320727"/>
                  </a:lnTo>
                  <a:lnTo>
                    <a:pt x="0" y="283679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rocket_launch icon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93406" y="2089086"/>
              <a:ext cx="246595" cy="24659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81304" y="353415"/>
            <a:ext cx="148082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2</a:t>
            </a:r>
            <a:r>
              <a:rPr sz="9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b="1" spc="4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900" b="1" spc="4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W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From</a:t>
            </a:r>
            <a:r>
              <a:rPr spc="-80" dirty="0"/>
              <a:t> </a:t>
            </a:r>
            <a:r>
              <a:rPr dirty="0"/>
              <a:t>launch</a:t>
            </a:r>
            <a:r>
              <a:rPr spc="-7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ledger</a:t>
            </a:r>
            <a:r>
              <a:rPr spc="-75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dirty="0"/>
              <a:t>six</a:t>
            </a:r>
            <a:r>
              <a:rPr spc="-75" dirty="0"/>
              <a:t> </a:t>
            </a:r>
            <a:r>
              <a:rPr spc="-10" dirty="0"/>
              <a:t>steps.</a:t>
            </a:r>
            <a:endParaRPr spc="-10" dirty="0"/>
          </a:p>
        </p:txBody>
      </p:sp>
      <p:sp>
        <p:nvSpPr>
          <p:cNvPr id="11" name="object 11"/>
          <p:cNvSpPr txBox="1"/>
          <p:nvPr/>
        </p:nvSpPr>
        <p:spPr>
          <a:xfrm>
            <a:off x="581304" y="1240459"/>
            <a:ext cx="5077460" cy="205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single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menu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loop</a:t>
            </a:r>
            <a:r>
              <a:rPr sz="1150" spc="8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keeps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state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predictable: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load,</a:t>
            </a:r>
            <a:r>
              <a:rPr sz="1150" spc="8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authenticate,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act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save.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2575" y="1724660"/>
            <a:ext cx="14605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7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9333" y="1724660"/>
            <a:ext cx="14605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7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2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96104" y="1724660"/>
            <a:ext cx="14605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7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3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2862" y="1724660"/>
            <a:ext cx="14605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7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4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89620" y="1724660"/>
            <a:ext cx="14605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7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086378" y="1724660"/>
            <a:ext cx="14605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7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6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26143" y="1925066"/>
            <a:ext cx="574675" cy="574675"/>
            <a:chOff x="2826143" y="1925066"/>
            <a:chExt cx="574675" cy="574675"/>
          </a:xfrm>
        </p:grpSpPr>
        <p:sp>
          <p:nvSpPr>
            <p:cNvPr id="16" name="object 16"/>
            <p:cNvSpPr/>
            <p:nvPr/>
          </p:nvSpPr>
          <p:spPr>
            <a:xfrm>
              <a:off x="2829953" y="192887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692" y="0"/>
                  </a:moveTo>
                  <a:lnTo>
                    <a:pt x="210064" y="9766"/>
                  </a:lnTo>
                  <a:lnTo>
                    <a:pt x="141846" y="38163"/>
                  </a:lnTo>
                  <a:lnTo>
                    <a:pt x="83118" y="83256"/>
                  </a:lnTo>
                  <a:lnTo>
                    <a:pt x="38163" y="141846"/>
                  </a:lnTo>
                  <a:lnTo>
                    <a:pt x="9632" y="210334"/>
                  </a:lnTo>
                  <a:lnTo>
                    <a:pt x="0" y="283679"/>
                  </a:lnTo>
                  <a:lnTo>
                    <a:pt x="2419" y="320727"/>
                  </a:lnTo>
                  <a:lnTo>
                    <a:pt x="21570" y="392122"/>
                  </a:lnTo>
                  <a:lnTo>
                    <a:pt x="58768" y="456305"/>
                  </a:lnTo>
                  <a:lnTo>
                    <a:pt x="110911" y="508552"/>
                  </a:lnTo>
                  <a:lnTo>
                    <a:pt x="175043" y="545594"/>
                  </a:lnTo>
                  <a:lnTo>
                    <a:pt x="246437" y="564591"/>
                  </a:lnTo>
                  <a:lnTo>
                    <a:pt x="283692" y="567004"/>
                  </a:lnTo>
                  <a:lnTo>
                    <a:pt x="320727" y="564591"/>
                  </a:lnTo>
                  <a:lnTo>
                    <a:pt x="391972" y="545594"/>
                  </a:lnTo>
                  <a:lnTo>
                    <a:pt x="456099" y="508552"/>
                  </a:lnTo>
                  <a:lnTo>
                    <a:pt x="508241" y="456305"/>
                  </a:lnTo>
                  <a:lnTo>
                    <a:pt x="545439" y="392122"/>
                  </a:lnTo>
                  <a:lnTo>
                    <a:pt x="564586" y="320727"/>
                  </a:lnTo>
                  <a:lnTo>
                    <a:pt x="567004" y="283679"/>
                  </a:lnTo>
                  <a:lnTo>
                    <a:pt x="564586" y="246637"/>
                  </a:lnTo>
                  <a:lnTo>
                    <a:pt x="545439" y="175244"/>
                  </a:lnTo>
                  <a:lnTo>
                    <a:pt x="508241" y="111067"/>
                  </a:lnTo>
                  <a:lnTo>
                    <a:pt x="456099" y="58819"/>
                  </a:lnTo>
                  <a:lnTo>
                    <a:pt x="391972" y="21720"/>
                  </a:lnTo>
                  <a:lnTo>
                    <a:pt x="320727" y="2469"/>
                  </a:lnTo>
                  <a:lnTo>
                    <a:pt x="283692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829953" y="192887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0" y="283679"/>
                  </a:moveTo>
                  <a:lnTo>
                    <a:pt x="2419" y="246637"/>
                  </a:lnTo>
                  <a:lnTo>
                    <a:pt x="9632" y="210334"/>
                  </a:lnTo>
                  <a:lnTo>
                    <a:pt x="38163" y="141846"/>
                  </a:lnTo>
                  <a:lnTo>
                    <a:pt x="83118" y="83256"/>
                  </a:lnTo>
                  <a:lnTo>
                    <a:pt x="141846" y="38163"/>
                  </a:lnTo>
                  <a:lnTo>
                    <a:pt x="210064" y="9766"/>
                  </a:lnTo>
                  <a:lnTo>
                    <a:pt x="283692" y="0"/>
                  </a:lnTo>
                  <a:lnTo>
                    <a:pt x="356989" y="9766"/>
                  </a:lnTo>
                  <a:lnTo>
                    <a:pt x="425170" y="38163"/>
                  </a:lnTo>
                  <a:lnTo>
                    <a:pt x="483892" y="83256"/>
                  </a:lnTo>
                  <a:lnTo>
                    <a:pt x="528840" y="141846"/>
                  </a:lnTo>
                  <a:lnTo>
                    <a:pt x="557376" y="210334"/>
                  </a:lnTo>
                  <a:lnTo>
                    <a:pt x="567004" y="283679"/>
                  </a:lnTo>
                  <a:lnTo>
                    <a:pt x="564586" y="320727"/>
                  </a:lnTo>
                  <a:lnTo>
                    <a:pt x="557376" y="357031"/>
                  </a:lnTo>
                  <a:lnTo>
                    <a:pt x="528840" y="425526"/>
                  </a:lnTo>
                  <a:lnTo>
                    <a:pt x="483892" y="484116"/>
                  </a:lnTo>
                  <a:lnTo>
                    <a:pt x="425170" y="529209"/>
                  </a:lnTo>
                  <a:lnTo>
                    <a:pt x="356989" y="557422"/>
                  </a:lnTo>
                  <a:lnTo>
                    <a:pt x="283692" y="567004"/>
                  </a:lnTo>
                  <a:lnTo>
                    <a:pt x="210064" y="557422"/>
                  </a:lnTo>
                  <a:lnTo>
                    <a:pt x="141846" y="529209"/>
                  </a:lnTo>
                  <a:lnTo>
                    <a:pt x="83118" y="484116"/>
                  </a:lnTo>
                  <a:lnTo>
                    <a:pt x="38163" y="425526"/>
                  </a:lnTo>
                  <a:lnTo>
                    <a:pt x="9632" y="357031"/>
                  </a:lnTo>
                  <a:lnTo>
                    <a:pt x="2419" y="320727"/>
                  </a:lnTo>
                  <a:lnTo>
                    <a:pt x="0" y="283679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storag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0164" y="2089086"/>
              <a:ext cx="246595" cy="246595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4622914" y="1925066"/>
            <a:ext cx="574675" cy="574675"/>
            <a:chOff x="4622914" y="1925066"/>
            <a:chExt cx="574675" cy="574675"/>
          </a:xfrm>
        </p:grpSpPr>
        <p:sp>
          <p:nvSpPr>
            <p:cNvPr id="22" name="object 22"/>
            <p:cNvSpPr/>
            <p:nvPr/>
          </p:nvSpPr>
          <p:spPr>
            <a:xfrm>
              <a:off x="4626724" y="192887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679" y="0"/>
                  </a:moveTo>
                  <a:lnTo>
                    <a:pt x="210056" y="9766"/>
                  </a:lnTo>
                  <a:lnTo>
                    <a:pt x="141833" y="38163"/>
                  </a:lnTo>
                  <a:lnTo>
                    <a:pt x="83110" y="83256"/>
                  </a:lnTo>
                  <a:lnTo>
                    <a:pt x="38150" y="141846"/>
                  </a:lnTo>
                  <a:lnTo>
                    <a:pt x="9626" y="210334"/>
                  </a:lnTo>
                  <a:lnTo>
                    <a:pt x="0" y="283679"/>
                  </a:lnTo>
                  <a:lnTo>
                    <a:pt x="2417" y="320727"/>
                  </a:lnTo>
                  <a:lnTo>
                    <a:pt x="21559" y="392122"/>
                  </a:lnTo>
                  <a:lnTo>
                    <a:pt x="58757" y="456305"/>
                  </a:lnTo>
                  <a:lnTo>
                    <a:pt x="110904" y="508552"/>
                  </a:lnTo>
                  <a:lnTo>
                    <a:pt x="175032" y="545594"/>
                  </a:lnTo>
                  <a:lnTo>
                    <a:pt x="246430" y="564591"/>
                  </a:lnTo>
                  <a:lnTo>
                    <a:pt x="283679" y="567004"/>
                  </a:lnTo>
                  <a:lnTo>
                    <a:pt x="320716" y="564591"/>
                  </a:lnTo>
                  <a:lnTo>
                    <a:pt x="391964" y="545594"/>
                  </a:lnTo>
                  <a:lnTo>
                    <a:pt x="456086" y="508552"/>
                  </a:lnTo>
                  <a:lnTo>
                    <a:pt x="508234" y="456305"/>
                  </a:lnTo>
                  <a:lnTo>
                    <a:pt x="545431" y="392122"/>
                  </a:lnTo>
                  <a:lnTo>
                    <a:pt x="564573" y="320727"/>
                  </a:lnTo>
                  <a:lnTo>
                    <a:pt x="566991" y="283679"/>
                  </a:lnTo>
                  <a:lnTo>
                    <a:pt x="564573" y="246637"/>
                  </a:lnTo>
                  <a:lnTo>
                    <a:pt x="545431" y="175244"/>
                  </a:lnTo>
                  <a:lnTo>
                    <a:pt x="508234" y="111067"/>
                  </a:lnTo>
                  <a:lnTo>
                    <a:pt x="456086" y="58819"/>
                  </a:lnTo>
                  <a:lnTo>
                    <a:pt x="391964" y="21720"/>
                  </a:lnTo>
                  <a:lnTo>
                    <a:pt x="320716" y="2469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626724" y="192887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0" y="283679"/>
                  </a:moveTo>
                  <a:lnTo>
                    <a:pt x="2417" y="246637"/>
                  </a:lnTo>
                  <a:lnTo>
                    <a:pt x="9626" y="210334"/>
                  </a:lnTo>
                  <a:lnTo>
                    <a:pt x="38150" y="141846"/>
                  </a:lnTo>
                  <a:lnTo>
                    <a:pt x="83110" y="83256"/>
                  </a:lnTo>
                  <a:lnTo>
                    <a:pt x="141833" y="38163"/>
                  </a:lnTo>
                  <a:lnTo>
                    <a:pt x="210056" y="9766"/>
                  </a:lnTo>
                  <a:lnTo>
                    <a:pt x="283679" y="0"/>
                  </a:lnTo>
                  <a:lnTo>
                    <a:pt x="356981" y="9766"/>
                  </a:lnTo>
                  <a:lnTo>
                    <a:pt x="425157" y="38163"/>
                  </a:lnTo>
                  <a:lnTo>
                    <a:pt x="483881" y="83256"/>
                  </a:lnTo>
                  <a:lnTo>
                    <a:pt x="528840" y="141846"/>
                  </a:lnTo>
                  <a:lnTo>
                    <a:pt x="557364" y="210334"/>
                  </a:lnTo>
                  <a:lnTo>
                    <a:pt x="566991" y="283679"/>
                  </a:lnTo>
                  <a:lnTo>
                    <a:pt x="564573" y="320727"/>
                  </a:lnTo>
                  <a:lnTo>
                    <a:pt x="557364" y="357031"/>
                  </a:lnTo>
                  <a:lnTo>
                    <a:pt x="528840" y="425526"/>
                  </a:lnTo>
                  <a:lnTo>
                    <a:pt x="483881" y="484116"/>
                  </a:lnTo>
                  <a:lnTo>
                    <a:pt x="425157" y="529209"/>
                  </a:lnTo>
                  <a:lnTo>
                    <a:pt x="356981" y="557422"/>
                  </a:lnTo>
                  <a:lnTo>
                    <a:pt x="283679" y="567004"/>
                  </a:lnTo>
                  <a:lnTo>
                    <a:pt x="210056" y="557422"/>
                  </a:lnTo>
                  <a:lnTo>
                    <a:pt x="141833" y="529209"/>
                  </a:lnTo>
                  <a:lnTo>
                    <a:pt x="83110" y="484116"/>
                  </a:lnTo>
                  <a:lnTo>
                    <a:pt x="38150" y="425526"/>
                  </a:lnTo>
                  <a:lnTo>
                    <a:pt x="9626" y="357031"/>
                  </a:lnTo>
                  <a:lnTo>
                    <a:pt x="2417" y="320727"/>
                  </a:lnTo>
                  <a:lnTo>
                    <a:pt x="0" y="283679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login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6922" y="2089086"/>
              <a:ext cx="246595" cy="246595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6420027" y="1925066"/>
            <a:ext cx="574675" cy="574675"/>
            <a:chOff x="6420027" y="1925066"/>
            <a:chExt cx="574675" cy="574675"/>
          </a:xfrm>
        </p:grpSpPr>
        <p:sp>
          <p:nvSpPr>
            <p:cNvPr id="28" name="object 28"/>
            <p:cNvSpPr/>
            <p:nvPr/>
          </p:nvSpPr>
          <p:spPr>
            <a:xfrm>
              <a:off x="6423837" y="192887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679" y="0"/>
                  </a:moveTo>
                  <a:lnTo>
                    <a:pt x="210062" y="9766"/>
                  </a:lnTo>
                  <a:lnTo>
                    <a:pt x="141846" y="38163"/>
                  </a:lnTo>
                  <a:lnTo>
                    <a:pt x="83118" y="83256"/>
                  </a:lnTo>
                  <a:lnTo>
                    <a:pt x="38163" y="141846"/>
                  </a:lnTo>
                  <a:lnTo>
                    <a:pt x="9632" y="210334"/>
                  </a:lnTo>
                  <a:lnTo>
                    <a:pt x="0" y="283679"/>
                  </a:lnTo>
                  <a:lnTo>
                    <a:pt x="2419" y="320727"/>
                  </a:lnTo>
                  <a:lnTo>
                    <a:pt x="21570" y="392122"/>
                  </a:lnTo>
                  <a:lnTo>
                    <a:pt x="58768" y="456305"/>
                  </a:lnTo>
                  <a:lnTo>
                    <a:pt x="110911" y="508552"/>
                  </a:lnTo>
                  <a:lnTo>
                    <a:pt x="175043" y="545594"/>
                  </a:lnTo>
                  <a:lnTo>
                    <a:pt x="246432" y="564591"/>
                  </a:lnTo>
                  <a:lnTo>
                    <a:pt x="283679" y="567004"/>
                  </a:lnTo>
                  <a:lnTo>
                    <a:pt x="320721" y="564591"/>
                  </a:lnTo>
                  <a:lnTo>
                    <a:pt x="391966" y="545594"/>
                  </a:lnTo>
                  <a:lnTo>
                    <a:pt x="456092" y="508552"/>
                  </a:lnTo>
                  <a:lnTo>
                    <a:pt x="508236" y="456305"/>
                  </a:lnTo>
                  <a:lnTo>
                    <a:pt x="545433" y="392122"/>
                  </a:lnTo>
                  <a:lnTo>
                    <a:pt x="564584" y="320727"/>
                  </a:lnTo>
                  <a:lnTo>
                    <a:pt x="567004" y="283679"/>
                  </a:lnTo>
                  <a:lnTo>
                    <a:pt x="564584" y="246637"/>
                  </a:lnTo>
                  <a:lnTo>
                    <a:pt x="545433" y="175244"/>
                  </a:lnTo>
                  <a:lnTo>
                    <a:pt x="508236" y="111067"/>
                  </a:lnTo>
                  <a:lnTo>
                    <a:pt x="456092" y="58819"/>
                  </a:lnTo>
                  <a:lnTo>
                    <a:pt x="391966" y="21720"/>
                  </a:lnTo>
                  <a:lnTo>
                    <a:pt x="320721" y="2469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423837" y="192887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0" y="283679"/>
                  </a:moveTo>
                  <a:lnTo>
                    <a:pt x="2419" y="246637"/>
                  </a:lnTo>
                  <a:lnTo>
                    <a:pt x="9632" y="210334"/>
                  </a:lnTo>
                  <a:lnTo>
                    <a:pt x="38163" y="141846"/>
                  </a:lnTo>
                  <a:lnTo>
                    <a:pt x="83118" y="83256"/>
                  </a:lnTo>
                  <a:lnTo>
                    <a:pt x="141846" y="38163"/>
                  </a:lnTo>
                  <a:lnTo>
                    <a:pt x="210062" y="9766"/>
                  </a:lnTo>
                  <a:lnTo>
                    <a:pt x="283679" y="0"/>
                  </a:lnTo>
                  <a:lnTo>
                    <a:pt x="356985" y="9766"/>
                  </a:lnTo>
                  <a:lnTo>
                    <a:pt x="425157" y="38163"/>
                  </a:lnTo>
                  <a:lnTo>
                    <a:pt x="483885" y="83256"/>
                  </a:lnTo>
                  <a:lnTo>
                    <a:pt x="528840" y="141846"/>
                  </a:lnTo>
                  <a:lnTo>
                    <a:pt x="557371" y="210334"/>
                  </a:lnTo>
                  <a:lnTo>
                    <a:pt x="567004" y="283679"/>
                  </a:lnTo>
                  <a:lnTo>
                    <a:pt x="564584" y="320727"/>
                  </a:lnTo>
                  <a:lnTo>
                    <a:pt x="557371" y="357031"/>
                  </a:lnTo>
                  <a:lnTo>
                    <a:pt x="528840" y="425526"/>
                  </a:lnTo>
                  <a:lnTo>
                    <a:pt x="483885" y="484116"/>
                  </a:lnTo>
                  <a:lnTo>
                    <a:pt x="425157" y="529209"/>
                  </a:lnTo>
                  <a:lnTo>
                    <a:pt x="356985" y="557422"/>
                  </a:lnTo>
                  <a:lnTo>
                    <a:pt x="283679" y="567004"/>
                  </a:lnTo>
                  <a:lnTo>
                    <a:pt x="210062" y="557422"/>
                  </a:lnTo>
                  <a:lnTo>
                    <a:pt x="141846" y="529209"/>
                  </a:lnTo>
                  <a:lnTo>
                    <a:pt x="83118" y="484116"/>
                  </a:lnTo>
                  <a:lnTo>
                    <a:pt x="38163" y="425526"/>
                  </a:lnTo>
                  <a:lnTo>
                    <a:pt x="9632" y="357031"/>
                  </a:lnTo>
                  <a:lnTo>
                    <a:pt x="2419" y="320727"/>
                  </a:lnTo>
                  <a:lnTo>
                    <a:pt x="0" y="283679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dashboard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3680" y="2089086"/>
              <a:ext cx="246595" cy="246595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8216786" y="1925066"/>
            <a:ext cx="574675" cy="574675"/>
            <a:chOff x="8216786" y="1925066"/>
            <a:chExt cx="574675" cy="574675"/>
          </a:xfrm>
        </p:grpSpPr>
        <p:sp>
          <p:nvSpPr>
            <p:cNvPr id="34" name="object 34"/>
            <p:cNvSpPr/>
            <p:nvPr/>
          </p:nvSpPr>
          <p:spPr>
            <a:xfrm>
              <a:off x="8220596" y="192887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679" y="0"/>
                  </a:moveTo>
                  <a:lnTo>
                    <a:pt x="210062" y="9766"/>
                  </a:lnTo>
                  <a:lnTo>
                    <a:pt x="141846" y="38163"/>
                  </a:lnTo>
                  <a:lnTo>
                    <a:pt x="83118" y="83256"/>
                  </a:lnTo>
                  <a:lnTo>
                    <a:pt x="38163" y="141846"/>
                  </a:lnTo>
                  <a:lnTo>
                    <a:pt x="9632" y="210334"/>
                  </a:lnTo>
                  <a:lnTo>
                    <a:pt x="0" y="283679"/>
                  </a:lnTo>
                  <a:lnTo>
                    <a:pt x="2419" y="320727"/>
                  </a:lnTo>
                  <a:lnTo>
                    <a:pt x="21570" y="392122"/>
                  </a:lnTo>
                  <a:lnTo>
                    <a:pt x="58768" y="456305"/>
                  </a:lnTo>
                  <a:lnTo>
                    <a:pt x="110911" y="508552"/>
                  </a:lnTo>
                  <a:lnTo>
                    <a:pt x="175043" y="545594"/>
                  </a:lnTo>
                  <a:lnTo>
                    <a:pt x="246432" y="564591"/>
                  </a:lnTo>
                  <a:lnTo>
                    <a:pt x="283679" y="567004"/>
                  </a:lnTo>
                  <a:lnTo>
                    <a:pt x="320721" y="564591"/>
                  </a:lnTo>
                  <a:lnTo>
                    <a:pt x="391972" y="545594"/>
                  </a:lnTo>
                  <a:lnTo>
                    <a:pt x="456097" y="508552"/>
                  </a:lnTo>
                  <a:lnTo>
                    <a:pt x="508236" y="456305"/>
                  </a:lnTo>
                  <a:lnTo>
                    <a:pt x="545439" y="392122"/>
                  </a:lnTo>
                  <a:lnTo>
                    <a:pt x="564586" y="320727"/>
                  </a:lnTo>
                  <a:lnTo>
                    <a:pt x="567004" y="283679"/>
                  </a:lnTo>
                  <a:lnTo>
                    <a:pt x="564586" y="246637"/>
                  </a:lnTo>
                  <a:lnTo>
                    <a:pt x="545439" y="175244"/>
                  </a:lnTo>
                  <a:lnTo>
                    <a:pt x="508236" y="111067"/>
                  </a:lnTo>
                  <a:lnTo>
                    <a:pt x="456097" y="58819"/>
                  </a:lnTo>
                  <a:lnTo>
                    <a:pt x="391972" y="21720"/>
                  </a:lnTo>
                  <a:lnTo>
                    <a:pt x="320721" y="2469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220596" y="192887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0" y="283679"/>
                  </a:moveTo>
                  <a:lnTo>
                    <a:pt x="2419" y="246637"/>
                  </a:lnTo>
                  <a:lnTo>
                    <a:pt x="9632" y="210334"/>
                  </a:lnTo>
                  <a:lnTo>
                    <a:pt x="38163" y="141846"/>
                  </a:lnTo>
                  <a:lnTo>
                    <a:pt x="83118" y="83256"/>
                  </a:lnTo>
                  <a:lnTo>
                    <a:pt x="141846" y="38163"/>
                  </a:lnTo>
                  <a:lnTo>
                    <a:pt x="210062" y="9766"/>
                  </a:lnTo>
                  <a:lnTo>
                    <a:pt x="283679" y="0"/>
                  </a:lnTo>
                  <a:lnTo>
                    <a:pt x="356987" y="9766"/>
                  </a:lnTo>
                  <a:lnTo>
                    <a:pt x="425170" y="38163"/>
                  </a:lnTo>
                  <a:lnTo>
                    <a:pt x="483887" y="83256"/>
                  </a:lnTo>
                  <a:lnTo>
                    <a:pt x="528840" y="141846"/>
                  </a:lnTo>
                  <a:lnTo>
                    <a:pt x="557376" y="210334"/>
                  </a:lnTo>
                  <a:lnTo>
                    <a:pt x="567004" y="283679"/>
                  </a:lnTo>
                  <a:lnTo>
                    <a:pt x="564586" y="320727"/>
                  </a:lnTo>
                  <a:lnTo>
                    <a:pt x="557376" y="357031"/>
                  </a:lnTo>
                  <a:lnTo>
                    <a:pt x="528840" y="425526"/>
                  </a:lnTo>
                  <a:lnTo>
                    <a:pt x="483887" y="484116"/>
                  </a:lnTo>
                  <a:lnTo>
                    <a:pt x="425170" y="529209"/>
                  </a:lnTo>
                  <a:lnTo>
                    <a:pt x="356987" y="557422"/>
                  </a:lnTo>
                  <a:lnTo>
                    <a:pt x="283679" y="567004"/>
                  </a:lnTo>
                  <a:lnTo>
                    <a:pt x="210062" y="557422"/>
                  </a:lnTo>
                  <a:lnTo>
                    <a:pt x="141846" y="529209"/>
                  </a:lnTo>
                  <a:lnTo>
                    <a:pt x="83118" y="484116"/>
                  </a:lnTo>
                  <a:lnTo>
                    <a:pt x="38163" y="425526"/>
                  </a:lnTo>
                  <a:lnTo>
                    <a:pt x="9632" y="357031"/>
                  </a:lnTo>
                  <a:lnTo>
                    <a:pt x="2419" y="320727"/>
                  </a:lnTo>
                  <a:lnTo>
                    <a:pt x="0" y="283679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tune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0438" y="2089086"/>
              <a:ext cx="246595" cy="246595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10013586" y="1925096"/>
            <a:ext cx="574675" cy="574675"/>
            <a:chOff x="10013586" y="1925096"/>
            <a:chExt cx="574675" cy="574675"/>
          </a:xfrm>
        </p:grpSpPr>
        <p:sp>
          <p:nvSpPr>
            <p:cNvPr id="40" name="object 40"/>
            <p:cNvSpPr/>
            <p:nvPr/>
          </p:nvSpPr>
          <p:spPr>
            <a:xfrm>
              <a:off x="10017366" y="192887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679" y="0"/>
                  </a:moveTo>
                  <a:lnTo>
                    <a:pt x="210051" y="9766"/>
                  </a:lnTo>
                  <a:lnTo>
                    <a:pt x="141833" y="38163"/>
                  </a:lnTo>
                  <a:lnTo>
                    <a:pt x="83105" y="83256"/>
                  </a:lnTo>
                  <a:lnTo>
                    <a:pt x="38150" y="141846"/>
                  </a:lnTo>
                  <a:lnTo>
                    <a:pt x="9626" y="210334"/>
                  </a:lnTo>
                  <a:lnTo>
                    <a:pt x="0" y="283679"/>
                  </a:lnTo>
                  <a:lnTo>
                    <a:pt x="2417" y="320727"/>
                  </a:lnTo>
                  <a:lnTo>
                    <a:pt x="21559" y="392122"/>
                  </a:lnTo>
                  <a:lnTo>
                    <a:pt x="58755" y="456305"/>
                  </a:lnTo>
                  <a:lnTo>
                    <a:pt x="110899" y="508552"/>
                  </a:lnTo>
                  <a:lnTo>
                    <a:pt x="175030" y="545594"/>
                  </a:lnTo>
                  <a:lnTo>
                    <a:pt x="246425" y="564591"/>
                  </a:lnTo>
                  <a:lnTo>
                    <a:pt x="283679" y="567004"/>
                  </a:lnTo>
                  <a:lnTo>
                    <a:pt x="320714" y="564591"/>
                  </a:lnTo>
                  <a:lnTo>
                    <a:pt x="391959" y="545594"/>
                  </a:lnTo>
                  <a:lnTo>
                    <a:pt x="456086" y="508552"/>
                  </a:lnTo>
                  <a:lnTo>
                    <a:pt x="508228" y="456305"/>
                  </a:lnTo>
                  <a:lnTo>
                    <a:pt x="545426" y="392122"/>
                  </a:lnTo>
                  <a:lnTo>
                    <a:pt x="564573" y="320727"/>
                  </a:lnTo>
                  <a:lnTo>
                    <a:pt x="566991" y="283679"/>
                  </a:lnTo>
                  <a:lnTo>
                    <a:pt x="564573" y="246637"/>
                  </a:lnTo>
                  <a:lnTo>
                    <a:pt x="545426" y="175244"/>
                  </a:lnTo>
                  <a:lnTo>
                    <a:pt x="508228" y="111067"/>
                  </a:lnTo>
                  <a:lnTo>
                    <a:pt x="456086" y="58819"/>
                  </a:lnTo>
                  <a:lnTo>
                    <a:pt x="391959" y="21720"/>
                  </a:lnTo>
                  <a:lnTo>
                    <a:pt x="320714" y="2469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017366" y="192887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0" y="283679"/>
                  </a:moveTo>
                  <a:lnTo>
                    <a:pt x="2417" y="246637"/>
                  </a:lnTo>
                  <a:lnTo>
                    <a:pt x="9626" y="210334"/>
                  </a:lnTo>
                  <a:lnTo>
                    <a:pt x="38150" y="141846"/>
                  </a:lnTo>
                  <a:lnTo>
                    <a:pt x="83105" y="83256"/>
                  </a:lnTo>
                  <a:lnTo>
                    <a:pt x="141833" y="38163"/>
                  </a:lnTo>
                  <a:lnTo>
                    <a:pt x="210051" y="9766"/>
                  </a:lnTo>
                  <a:lnTo>
                    <a:pt x="283679" y="0"/>
                  </a:lnTo>
                  <a:lnTo>
                    <a:pt x="356976" y="9766"/>
                  </a:lnTo>
                  <a:lnTo>
                    <a:pt x="425157" y="38163"/>
                  </a:lnTo>
                  <a:lnTo>
                    <a:pt x="483879" y="83256"/>
                  </a:lnTo>
                  <a:lnTo>
                    <a:pt x="528827" y="141846"/>
                  </a:lnTo>
                  <a:lnTo>
                    <a:pt x="557363" y="210334"/>
                  </a:lnTo>
                  <a:lnTo>
                    <a:pt x="566991" y="283679"/>
                  </a:lnTo>
                  <a:lnTo>
                    <a:pt x="564573" y="320727"/>
                  </a:lnTo>
                  <a:lnTo>
                    <a:pt x="557363" y="357031"/>
                  </a:lnTo>
                  <a:lnTo>
                    <a:pt x="528827" y="425526"/>
                  </a:lnTo>
                  <a:lnTo>
                    <a:pt x="483879" y="484116"/>
                  </a:lnTo>
                  <a:lnTo>
                    <a:pt x="425157" y="529209"/>
                  </a:lnTo>
                  <a:lnTo>
                    <a:pt x="356976" y="557422"/>
                  </a:lnTo>
                  <a:lnTo>
                    <a:pt x="283679" y="567004"/>
                  </a:lnTo>
                  <a:lnTo>
                    <a:pt x="210051" y="557422"/>
                  </a:lnTo>
                  <a:lnTo>
                    <a:pt x="141833" y="529209"/>
                  </a:lnTo>
                  <a:lnTo>
                    <a:pt x="83105" y="484116"/>
                  </a:lnTo>
                  <a:lnTo>
                    <a:pt x="38150" y="425526"/>
                  </a:lnTo>
                  <a:lnTo>
                    <a:pt x="9626" y="357031"/>
                  </a:lnTo>
                  <a:lnTo>
                    <a:pt x="2417" y="320727"/>
                  </a:lnTo>
                  <a:lnTo>
                    <a:pt x="0" y="283679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save ic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77195" y="2089086"/>
              <a:ext cx="246595" cy="24659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06893" y="2534645"/>
            <a:ext cx="582295" cy="44386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625"/>
              </a:spcBef>
            </a:pPr>
            <a:r>
              <a:rPr sz="11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Launch</a:t>
            </a:r>
            <a:endParaRPr sz="11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8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Start</a:t>
            </a:r>
            <a:r>
              <a:rPr sz="850" spc="-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main()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65056" y="2534645"/>
            <a:ext cx="861060" cy="44386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Load</a:t>
            </a:r>
            <a:r>
              <a:rPr sz="1100" b="1" spc="-4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records</a:t>
            </a:r>
            <a:endParaRPr sz="1100">
              <a:latin typeface="Segoe UI" panose="020B0502040204020203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8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Read</a:t>
            </a:r>
            <a:r>
              <a:rPr sz="85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text</a:t>
            </a:r>
            <a:r>
              <a:rPr sz="8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files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58944" y="2534645"/>
            <a:ext cx="866140" cy="44386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Authenticate</a:t>
            </a:r>
            <a:endParaRPr sz="1100">
              <a:latin typeface="Segoe UI" panose="020B0502040204020203"/>
              <a:cs typeface="Segoe UI" panose="020B0502040204020203"/>
            </a:endParaRPr>
          </a:p>
          <a:p>
            <a:pPr marL="34290">
              <a:lnSpc>
                <a:spcPct val="100000"/>
              </a:lnSpc>
              <a:spcBef>
                <a:spcPts val="425"/>
              </a:spcBef>
            </a:pPr>
            <a:r>
              <a:rPr sz="8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Register</a:t>
            </a:r>
            <a:r>
              <a:rPr sz="85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or</a:t>
            </a:r>
            <a:r>
              <a:rPr sz="85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login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67500" y="2534645"/>
            <a:ext cx="1042035" cy="44386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625"/>
              </a:spcBef>
            </a:pPr>
            <a:r>
              <a:rPr sz="11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Role</a:t>
            </a:r>
            <a:r>
              <a:rPr sz="1100" b="1" spc="-4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dashboard</a:t>
            </a:r>
            <a:endParaRPr sz="11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8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Open</a:t>
            </a:r>
            <a:r>
              <a:rPr sz="850" spc="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850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right</a:t>
            </a:r>
            <a:r>
              <a:rPr sz="850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menu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090903" y="2534645"/>
            <a:ext cx="986790" cy="44386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625"/>
              </a:spcBef>
            </a:pPr>
            <a:r>
              <a:rPr sz="11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Perform</a:t>
            </a:r>
            <a:r>
              <a:rPr sz="1100" b="1" spc="-2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task</a:t>
            </a:r>
            <a:endParaRPr sz="11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8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Rooms,</a:t>
            </a:r>
            <a:r>
              <a:rPr sz="85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food,</a:t>
            </a:r>
            <a:r>
              <a:rPr sz="8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billing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999980" y="2534645"/>
            <a:ext cx="766445" cy="44386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Save</a:t>
            </a:r>
            <a:r>
              <a:rPr sz="1100" b="1" spc="-4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1100" b="1" spc="-4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b="1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exit</a:t>
            </a:r>
            <a:endParaRPr sz="1100">
              <a:latin typeface="Segoe UI" panose="020B0502040204020203"/>
              <a:cs typeface="Segoe UI" panose="020B0502040204020203"/>
            </a:endParaRPr>
          </a:p>
          <a:p>
            <a:pPr marL="13335">
              <a:lnSpc>
                <a:spcPct val="100000"/>
              </a:lnSpc>
              <a:spcBef>
                <a:spcPts val="425"/>
              </a:spcBef>
            </a:pPr>
            <a:r>
              <a:rPr sz="8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Persist</a:t>
            </a:r>
            <a:r>
              <a:rPr sz="850" spc="-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changes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94359" y="35294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81304" y="3599548"/>
            <a:ext cx="4075429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75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50" b="1" spc="3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50" b="1" spc="25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50" b="1" spc="25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5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3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5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50" b="1" spc="3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3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3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X</a:t>
            </a:r>
            <a:r>
              <a:rPr sz="7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-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3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90396" y="3909960"/>
            <a:ext cx="1707514" cy="628650"/>
            <a:chOff x="590396" y="3909960"/>
            <a:chExt cx="1707514" cy="628650"/>
          </a:xfrm>
        </p:grpSpPr>
        <p:sp>
          <p:nvSpPr>
            <p:cNvPr id="47" name="object 47"/>
            <p:cNvSpPr/>
            <p:nvPr/>
          </p:nvSpPr>
          <p:spPr>
            <a:xfrm>
              <a:off x="593636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4" h="622300">
                  <a:moveTo>
                    <a:pt x="38163" y="0"/>
                  </a:moveTo>
                  <a:lnTo>
                    <a:pt x="6489" y="23037"/>
                  </a:lnTo>
                  <a:lnTo>
                    <a:pt x="2527" y="29883"/>
                  </a:lnTo>
                  <a:lnTo>
                    <a:pt x="368" y="37795"/>
                  </a:lnTo>
                  <a:lnTo>
                    <a:pt x="0" y="584276"/>
                  </a:lnTo>
                  <a:lnTo>
                    <a:pt x="2158" y="592201"/>
                  </a:lnTo>
                  <a:lnTo>
                    <a:pt x="6121" y="599401"/>
                  </a:lnTo>
                  <a:lnTo>
                    <a:pt x="10083" y="606234"/>
                  </a:lnTo>
                  <a:lnTo>
                    <a:pt x="15849" y="612000"/>
                  </a:lnTo>
                  <a:lnTo>
                    <a:pt x="23037" y="615962"/>
                  </a:lnTo>
                  <a:lnTo>
                    <a:pt x="29883" y="619925"/>
                  </a:lnTo>
                  <a:lnTo>
                    <a:pt x="37807" y="622084"/>
                  </a:lnTo>
                  <a:lnTo>
                    <a:pt x="1663204" y="622084"/>
                  </a:lnTo>
                  <a:lnTo>
                    <a:pt x="1694878" y="599033"/>
                  </a:lnTo>
                  <a:lnTo>
                    <a:pt x="1698840" y="592201"/>
                  </a:lnTo>
                  <a:lnTo>
                    <a:pt x="1700999" y="584276"/>
                  </a:lnTo>
                  <a:lnTo>
                    <a:pt x="1700899" y="37795"/>
                  </a:lnTo>
                  <a:lnTo>
                    <a:pt x="1698840" y="30238"/>
                  </a:lnTo>
                  <a:lnTo>
                    <a:pt x="1694878" y="23037"/>
                  </a:lnTo>
                  <a:lnTo>
                    <a:pt x="1690928" y="16205"/>
                  </a:lnTo>
                  <a:lnTo>
                    <a:pt x="1685163" y="10439"/>
                  </a:lnTo>
                  <a:lnTo>
                    <a:pt x="1677962" y="6477"/>
                  </a:lnTo>
                  <a:lnTo>
                    <a:pt x="1671129" y="2514"/>
                  </a:lnTo>
                  <a:lnTo>
                    <a:pt x="1663204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93636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4" h="622300">
                  <a:moveTo>
                    <a:pt x="368" y="45720"/>
                  </a:moveTo>
                  <a:lnTo>
                    <a:pt x="368" y="37795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1655279" y="355"/>
                  </a:lnTo>
                  <a:lnTo>
                    <a:pt x="1663204" y="355"/>
                  </a:lnTo>
                  <a:lnTo>
                    <a:pt x="1671129" y="2514"/>
                  </a:lnTo>
                  <a:lnTo>
                    <a:pt x="1677962" y="6477"/>
                  </a:lnTo>
                  <a:lnTo>
                    <a:pt x="1685163" y="10439"/>
                  </a:lnTo>
                  <a:lnTo>
                    <a:pt x="1690928" y="16205"/>
                  </a:lnTo>
                  <a:lnTo>
                    <a:pt x="1694878" y="23037"/>
                  </a:lnTo>
                  <a:lnTo>
                    <a:pt x="1698840" y="30238"/>
                  </a:lnTo>
                  <a:lnTo>
                    <a:pt x="1700999" y="38163"/>
                  </a:lnTo>
                  <a:lnTo>
                    <a:pt x="1700999" y="46075"/>
                  </a:lnTo>
                  <a:lnTo>
                    <a:pt x="1700999" y="576364"/>
                  </a:lnTo>
                  <a:lnTo>
                    <a:pt x="1700999" y="584276"/>
                  </a:lnTo>
                  <a:lnTo>
                    <a:pt x="1698840" y="592201"/>
                  </a:lnTo>
                  <a:lnTo>
                    <a:pt x="1694878" y="599033"/>
                  </a:lnTo>
                  <a:lnTo>
                    <a:pt x="1690928" y="606234"/>
                  </a:lnTo>
                  <a:lnTo>
                    <a:pt x="1685163" y="612000"/>
                  </a:lnTo>
                  <a:lnTo>
                    <a:pt x="1678317" y="615962"/>
                  </a:lnTo>
                  <a:lnTo>
                    <a:pt x="1671129" y="619925"/>
                  </a:lnTo>
                  <a:lnTo>
                    <a:pt x="1663204" y="622084"/>
                  </a:lnTo>
                  <a:lnTo>
                    <a:pt x="1655279" y="622084"/>
                  </a:lnTo>
                  <a:lnTo>
                    <a:pt x="45720" y="622084"/>
                  </a:lnTo>
                  <a:lnTo>
                    <a:pt x="37807" y="622084"/>
                  </a:lnTo>
                  <a:lnTo>
                    <a:pt x="29883" y="619925"/>
                  </a:lnTo>
                  <a:lnTo>
                    <a:pt x="23037" y="615962"/>
                  </a:lnTo>
                  <a:lnTo>
                    <a:pt x="15849" y="612000"/>
                  </a:lnTo>
                  <a:lnTo>
                    <a:pt x="10083" y="606234"/>
                  </a:lnTo>
                  <a:lnTo>
                    <a:pt x="6121" y="599401"/>
                  </a:lnTo>
                  <a:lnTo>
                    <a:pt x="2158" y="592201"/>
                  </a:lnTo>
                  <a:lnTo>
                    <a:pt x="0" y="584276"/>
                  </a:lnTo>
                  <a:lnTo>
                    <a:pt x="0" y="576364"/>
                  </a:lnTo>
                  <a:lnTo>
                    <a:pt x="368" y="45720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vpn_key ic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524" y="4105440"/>
              <a:ext cx="219240" cy="21924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020495" y="4063751"/>
            <a:ext cx="417830" cy="2940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95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Access</a:t>
            </a:r>
            <a:endParaRPr sz="9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6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MODULE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437560" y="3909960"/>
            <a:ext cx="1707514" cy="628650"/>
            <a:chOff x="2437560" y="3909960"/>
            <a:chExt cx="1707514" cy="628650"/>
          </a:xfrm>
        </p:grpSpPr>
        <p:sp>
          <p:nvSpPr>
            <p:cNvPr id="52" name="object 52"/>
            <p:cNvSpPr/>
            <p:nvPr/>
          </p:nvSpPr>
          <p:spPr>
            <a:xfrm>
              <a:off x="2440800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4" h="622300">
                  <a:moveTo>
                    <a:pt x="38163" y="0"/>
                  </a:moveTo>
                  <a:lnTo>
                    <a:pt x="6477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584276"/>
                  </a:lnTo>
                  <a:lnTo>
                    <a:pt x="2159" y="592201"/>
                  </a:lnTo>
                  <a:lnTo>
                    <a:pt x="6121" y="599401"/>
                  </a:lnTo>
                  <a:lnTo>
                    <a:pt x="10083" y="606234"/>
                  </a:lnTo>
                  <a:lnTo>
                    <a:pt x="15836" y="612000"/>
                  </a:lnTo>
                  <a:lnTo>
                    <a:pt x="23037" y="615962"/>
                  </a:lnTo>
                  <a:lnTo>
                    <a:pt x="29883" y="619925"/>
                  </a:lnTo>
                  <a:lnTo>
                    <a:pt x="37795" y="622084"/>
                  </a:lnTo>
                  <a:lnTo>
                    <a:pt x="1663204" y="622084"/>
                  </a:lnTo>
                  <a:lnTo>
                    <a:pt x="1694878" y="599033"/>
                  </a:lnTo>
                  <a:lnTo>
                    <a:pt x="1698840" y="592201"/>
                  </a:lnTo>
                  <a:lnTo>
                    <a:pt x="1700999" y="584276"/>
                  </a:lnTo>
                  <a:lnTo>
                    <a:pt x="1700899" y="37795"/>
                  </a:lnTo>
                  <a:lnTo>
                    <a:pt x="1698840" y="30238"/>
                  </a:lnTo>
                  <a:lnTo>
                    <a:pt x="1694878" y="23037"/>
                  </a:lnTo>
                  <a:lnTo>
                    <a:pt x="1690916" y="16205"/>
                  </a:lnTo>
                  <a:lnTo>
                    <a:pt x="1685163" y="10439"/>
                  </a:lnTo>
                  <a:lnTo>
                    <a:pt x="1677962" y="6477"/>
                  </a:lnTo>
                  <a:lnTo>
                    <a:pt x="1671116" y="2514"/>
                  </a:lnTo>
                  <a:lnTo>
                    <a:pt x="1663204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440800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4" h="622300">
                  <a:moveTo>
                    <a:pt x="355" y="45720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1655279" y="355"/>
                  </a:lnTo>
                  <a:lnTo>
                    <a:pt x="1663204" y="355"/>
                  </a:lnTo>
                  <a:lnTo>
                    <a:pt x="1671116" y="2514"/>
                  </a:lnTo>
                  <a:lnTo>
                    <a:pt x="1677962" y="6477"/>
                  </a:lnTo>
                  <a:lnTo>
                    <a:pt x="1685163" y="10439"/>
                  </a:lnTo>
                  <a:lnTo>
                    <a:pt x="1690916" y="16205"/>
                  </a:lnTo>
                  <a:lnTo>
                    <a:pt x="1694878" y="23037"/>
                  </a:lnTo>
                  <a:lnTo>
                    <a:pt x="1698840" y="30238"/>
                  </a:lnTo>
                  <a:lnTo>
                    <a:pt x="1700999" y="38163"/>
                  </a:lnTo>
                  <a:lnTo>
                    <a:pt x="1700999" y="46075"/>
                  </a:lnTo>
                  <a:lnTo>
                    <a:pt x="1700999" y="576364"/>
                  </a:lnTo>
                  <a:lnTo>
                    <a:pt x="1700999" y="584276"/>
                  </a:lnTo>
                  <a:lnTo>
                    <a:pt x="1698840" y="592201"/>
                  </a:lnTo>
                  <a:lnTo>
                    <a:pt x="1694878" y="599033"/>
                  </a:lnTo>
                  <a:lnTo>
                    <a:pt x="1690916" y="606234"/>
                  </a:lnTo>
                  <a:lnTo>
                    <a:pt x="1685163" y="612000"/>
                  </a:lnTo>
                  <a:lnTo>
                    <a:pt x="1678317" y="615962"/>
                  </a:lnTo>
                  <a:lnTo>
                    <a:pt x="1671116" y="619925"/>
                  </a:lnTo>
                  <a:lnTo>
                    <a:pt x="1663204" y="622084"/>
                  </a:lnTo>
                  <a:lnTo>
                    <a:pt x="1655279" y="622084"/>
                  </a:lnTo>
                  <a:lnTo>
                    <a:pt x="45719" y="622084"/>
                  </a:lnTo>
                  <a:lnTo>
                    <a:pt x="37795" y="622084"/>
                  </a:lnTo>
                  <a:lnTo>
                    <a:pt x="29883" y="619925"/>
                  </a:lnTo>
                  <a:lnTo>
                    <a:pt x="23037" y="615962"/>
                  </a:lnTo>
                  <a:lnTo>
                    <a:pt x="15836" y="612000"/>
                  </a:lnTo>
                  <a:lnTo>
                    <a:pt x="10083" y="606234"/>
                  </a:lnTo>
                  <a:lnTo>
                    <a:pt x="6121" y="599401"/>
                  </a:lnTo>
                  <a:lnTo>
                    <a:pt x="2159" y="592201"/>
                  </a:lnTo>
                  <a:lnTo>
                    <a:pt x="0" y="584276"/>
                  </a:lnTo>
                  <a:lnTo>
                    <a:pt x="0" y="576364"/>
                  </a:lnTo>
                  <a:lnTo>
                    <a:pt x="355" y="45720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hotel ic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87675" y="4105440"/>
              <a:ext cx="219240" cy="21924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2867660" y="4063751"/>
            <a:ext cx="426084" cy="2940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95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Rooms</a:t>
            </a:r>
            <a:endParaRPr sz="9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6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MODULE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284724" y="3909960"/>
            <a:ext cx="1707514" cy="628650"/>
            <a:chOff x="4284724" y="3909960"/>
            <a:chExt cx="1707514" cy="628650"/>
          </a:xfrm>
        </p:grpSpPr>
        <p:sp>
          <p:nvSpPr>
            <p:cNvPr id="57" name="object 57"/>
            <p:cNvSpPr/>
            <p:nvPr/>
          </p:nvSpPr>
          <p:spPr>
            <a:xfrm>
              <a:off x="4287964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4" h="622300">
                  <a:moveTo>
                    <a:pt x="38150" y="0"/>
                  </a:moveTo>
                  <a:lnTo>
                    <a:pt x="6476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584276"/>
                  </a:lnTo>
                  <a:lnTo>
                    <a:pt x="2159" y="592201"/>
                  </a:lnTo>
                  <a:lnTo>
                    <a:pt x="6121" y="599401"/>
                  </a:lnTo>
                  <a:lnTo>
                    <a:pt x="10071" y="606234"/>
                  </a:lnTo>
                  <a:lnTo>
                    <a:pt x="15836" y="612000"/>
                  </a:lnTo>
                  <a:lnTo>
                    <a:pt x="23037" y="615962"/>
                  </a:lnTo>
                  <a:lnTo>
                    <a:pt x="29870" y="619925"/>
                  </a:lnTo>
                  <a:lnTo>
                    <a:pt x="37795" y="622084"/>
                  </a:lnTo>
                  <a:lnTo>
                    <a:pt x="1663192" y="622084"/>
                  </a:lnTo>
                  <a:lnTo>
                    <a:pt x="1694878" y="599033"/>
                  </a:lnTo>
                  <a:lnTo>
                    <a:pt x="1698840" y="592201"/>
                  </a:lnTo>
                  <a:lnTo>
                    <a:pt x="1700999" y="584276"/>
                  </a:lnTo>
                  <a:lnTo>
                    <a:pt x="1700899" y="37795"/>
                  </a:lnTo>
                  <a:lnTo>
                    <a:pt x="1698840" y="30238"/>
                  </a:lnTo>
                  <a:lnTo>
                    <a:pt x="1694878" y="23037"/>
                  </a:lnTo>
                  <a:lnTo>
                    <a:pt x="1690916" y="16205"/>
                  </a:lnTo>
                  <a:lnTo>
                    <a:pt x="1685150" y="10439"/>
                  </a:lnTo>
                  <a:lnTo>
                    <a:pt x="1677949" y="6477"/>
                  </a:lnTo>
                  <a:lnTo>
                    <a:pt x="1671116" y="2514"/>
                  </a:lnTo>
                  <a:lnTo>
                    <a:pt x="1663192" y="355"/>
                  </a:lnTo>
                  <a:lnTo>
                    <a:pt x="38150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287964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4" h="622300">
                  <a:moveTo>
                    <a:pt x="355" y="45720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192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1655279" y="355"/>
                  </a:lnTo>
                  <a:lnTo>
                    <a:pt x="1663192" y="355"/>
                  </a:lnTo>
                  <a:lnTo>
                    <a:pt x="1671116" y="2514"/>
                  </a:lnTo>
                  <a:lnTo>
                    <a:pt x="1677949" y="6477"/>
                  </a:lnTo>
                  <a:lnTo>
                    <a:pt x="1685150" y="10439"/>
                  </a:lnTo>
                  <a:lnTo>
                    <a:pt x="1690916" y="16205"/>
                  </a:lnTo>
                  <a:lnTo>
                    <a:pt x="1694878" y="23037"/>
                  </a:lnTo>
                  <a:lnTo>
                    <a:pt x="1698840" y="30238"/>
                  </a:lnTo>
                  <a:lnTo>
                    <a:pt x="1700999" y="38163"/>
                  </a:lnTo>
                  <a:lnTo>
                    <a:pt x="1700999" y="46075"/>
                  </a:lnTo>
                  <a:lnTo>
                    <a:pt x="1700999" y="576364"/>
                  </a:lnTo>
                  <a:lnTo>
                    <a:pt x="1700999" y="584276"/>
                  </a:lnTo>
                  <a:lnTo>
                    <a:pt x="1698840" y="592201"/>
                  </a:lnTo>
                  <a:lnTo>
                    <a:pt x="1694878" y="599033"/>
                  </a:lnTo>
                  <a:lnTo>
                    <a:pt x="1690916" y="606234"/>
                  </a:lnTo>
                  <a:lnTo>
                    <a:pt x="1685150" y="612000"/>
                  </a:lnTo>
                  <a:lnTo>
                    <a:pt x="1678317" y="615962"/>
                  </a:lnTo>
                  <a:lnTo>
                    <a:pt x="1671116" y="619925"/>
                  </a:lnTo>
                  <a:lnTo>
                    <a:pt x="1663192" y="622084"/>
                  </a:lnTo>
                  <a:lnTo>
                    <a:pt x="1655279" y="622084"/>
                  </a:lnTo>
                  <a:lnTo>
                    <a:pt x="45720" y="622084"/>
                  </a:lnTo>
                  <a:lnTo>
                    <a:pt x="37795" y="622084"/>
                  </a:lnTo>
                  <a:lnTo>
                    <a:pt x="29870" y="619925"/>
                  </a:lnTo>
                  <a:lnTo>
                    <a:pt x="23037" y="615962"/>
                  </a:lnTo>
                  <a:lnTo>
                    <a:pt x="15836" y="612000"/>
                  </a:lnTo>
                  <a:lnTo>
                    <a:pt x="10071" y="606234"/>
                  </a:lnTo>
                  <a:lnTo>
                    <a:pt x="6121" y="599401"/>
                  </a:lnTo>
                  <a:lnTo>
                    <a:pt x="2159" y="592201"/>
                  </a:lnTo>
                  <a:lnTo>
                    <a:pt x="0" y="584276"/>
                  </a:lnTo>
                  <a:lnTo>
                    <a:pt x="0" y="576364"/>
                  </a:lnTo>
                  <a:lnTo>
                    <a:pt x="355" y="45720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restaurant_menu ic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34839" y="4105440"/>
              <a:ext cx="219240" cy="219240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4714824" y="4063751"/>
            <a:ext cx="417830" cy="2940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95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Dining</a:t>
            </a:r>
            <a:endParaRPr sz="9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6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MODULE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131520" y="3909960"/>
            <a:ext cx="1707514" cy="628650"/>
            <a:chOff x="6131520" y="3909960"/>
            <a:chExt cx="1707514" cy="628650"/>
          </a:xfrm>
        </p:grpSpPr>
        <p:sp>
          <p:nvSpPr>
            <p:cNvPr id="62" name="object 62"/>
            <p:cNvSpPr/>
            <p:nvPr/>
          </p:nvSpPr>
          <p:spPr>
            <a:xfrm>
              <a:off x="6134760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5" h="622300">
                  <a:moveTo>
                    <a:pt x="38163" y="0"/>
                  </a:moveTo>
                  <a:lnTo>
                    <a:pt x="6476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584276"/>
                  </a:lnTo>
                  <a:lnTo>
                    <a:pt x="2158" y="592201"/>
                  </a:lnTo>
                  <a:lnTo>
                    <a:pt x="6121" y="599401"/>
                  </a:lnTo>
                  <a:lnTo>
                    <a:pt x="10083" y="606234"/>
                  </a:lnTo>
                  <a:lnTo>
                    <a:pt x="15836" y="612000"/>
                  </a:lnTo>
                  <a:lnTo>
                    <a:pt x="23037" y="615962"/>
                  </a:lnTo>
                  <a:lnTo>
                    <a:pt x="29883" y="619925"/>
                  </a:lnTo>
                  <a:lnTo>
                    <a:pt x="37795" y="622084"/>
                  </a:lnTo>
                  <a:lnTo>
                    <a:pt x="1663204" y="622084"/>
                  </a:lnTo>
                  <a:lnTo>
                    <a:pt x="1694878" y="599033"/>
                  </a:lnTo>
                  <a:lnTo>
                    <a:pt x="1698840" y="592201"/>
                  </a:lnTo>
                  <a:lnTo>
                    <a:pt x="1700999" y="584276"/>
                  </a:lnTo>
                  <a:lnTo>
                    <a:pt x="1700899" y="37795"/>
                  </a:lnTo>
                  <a:lnTo>
                    <a:pt x="1698840" y="30238"/>
                  </a:lnTo>
                  <a:lnTo>
                    <a:pt x="1694878" y="23037"/>
                  </a:lnTo>
                  <a:lnTo>
                    <a:pt x="1690916" y="16205"/>
                  </a:lnTo>
                  <a:lnTo>
                    <a:pt x="1685162" y="10439"/>
                  </a:lnTo>
                  <a:lnTo>
                    <a:pt x="1677962" y="6477"/>
                  </a:lnTo>
                  <a:lnTo>
                    <a:pt x="1671116" y="2514"/>
                  </a:lnTo>
                  <a:lnTo>
                    <a:pt x="1663204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134760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5" h="622300">
                  <a:moveTo>
                    <a:pt x="355" y="45720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1655279" y="355"/>
                  </a:lnTo>
                  <a:lnTo>
                    <a:pt x="1663204" y="355"/>
                  </a:lnTo>
                  <a:lnTo>
                    <a:pt x="1671116" y="2514"/>
                  </a:lnTo>
                  <a:lnTo>
                    <a:pt x="1677962" y="6477"/>
                  </a:lnTo>
                  <a:lnTo>
                    <a:pt x="1685162" y="10439"/>
                  </a:lnTo>
                  <a:lnTo>
                    <a:pt x="1690916" y="16205"/>
                  </a:lnTo>
                  <a:lnTo>
                    <a:pt x="1694878" y="23037"/>
                  </a:lnTo>
                  <a:lnTo>
                    <a:pt x="1698840" y="30238"/>
                  </a:lnTo>
                  <a:lnTo>
                    <a:pt x="1700999" y="38163"/>
                  </a:lnTo>
                  <a:lnTo>
                    <a:pt x="1700999" y="46075"/>
                  </a:lnTo>
                  <a:lnTo>
                    <a:pt x="1700999" y="576364"/>
                  </a:lnTo>
                  <a:lnTo>
                    <a:pt x="1700999" y="584276"/>
                  </a:lnTo>
                  <a:lnTo>
                    <a:pt x="1698840" y="592201"/>
                  </a:lnTo>
                  <a:lnTo>
                    <a:pt x="1694878" y="599033"/>
                  </a:lnTo>
                  <a:lnTo>
                    <a:pt x="1690916" y="606234"/>
                  </a:lnTo>
                  <a:lnTo>
                    <a:pt x="1685162" y="612000"/>
                  </a:lnTo>
                  <a:lnTo>
                    <a:pt x="1678317" y="615962"/>
                  </a:lnTo>
                  <a:lnTo>
                    <a:pt x="1671116" y="619925"/>
                  </a:lnTo>
                  <a:lnTo>
                    <a:pt x="1663204" y="622084"/>
                  </a:lnTo>
                  <a:lnTo>
                    <a:pt x="1655279" y="622084"/>
                  </a:lnTo>
                  <a:lnTo>
                    <a:pt x="45719" y="622084"/>
                  </a:lnTo>
                  <a:lnTo>
                    <a:pt x="37795" y="622084"/>
                  </a:lnTo>
                  <a:lnTo>
                    <a:pt x="29883" y="619925"/>
                  </a:lnTo>
                  <a:lnTo>
                    <a:pt x="23037" y="615962"/>
                  </a:lnTo>
                  <a:lnTo>
                    <a:pt x="15836" y="612000"/>
                  </a:lnTo>
                  <a:lnTo>
                    <a:pt x="10083" y="606234"/>
                  </a:lnTo>
                  <a:lnTo>
                    <a:pt x="6121" y="599401"/>
                  </a:lnTo>
                  <a:lnTo>
                    <a:pt x="2158" y="592201"/>
                  </a:lnTo>
                  <a:lnTo>
                    <a:pt x="0" y="584276"/>
                  </a:lnTo>
                  <a:lnTo>
                    <a:pt x="0" y="576364"/>
                  </a:lnTo>
                  <a:lnTo>
                    <a:pt x="355" y="45720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receipt_long ic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2004" y="4105440"/>
              <a:ext cx="219240" cy="219240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6561975" y="4063751"/>
            <a:ext cx="417830" cy="2940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95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Billing</a:t>
            </a:r>
            <a:endParaRPr sz="9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6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MODULE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7978684" y="3909960"/>
            <a:ext cx="1707514" cy="628650"/>
            <a:chOff x="7978684" y="3909960"/>
            <a:chExt cx="1707514" cy="628650"/>
          </a:xfrm>
        </p:grpSpPr>
        <p:sp>
          <p:nvSpPr>
            <p:cNvPr id="67" name="object 67"/>
            <p:cNvSpPr/>
            <p:nvPr/>
          </p:nvSpPr>
          <p:spPr>
            <a:xfrm>
              <a:off x="7981924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5" h="622300">
                  <a:moveTo>
                    <a:pt x="38150" y="0"/>
                  </a:moveTo>
                  <a:lnTo>
                    <a:pt x="6476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584276"/>
                  </a:lnTo>
                  <a:lnTo>
                    <a:pt x="2158" y="592201"/>
                  </a:lnTo>
                  <a:lnTo>
                    <a:pt x="6121" y="599401"/>
                  </a:lnTo>
                  <a:lnTo>
                    <a:pt x="10071" y="606234"/>
                  </a:lnTo>
                  <a:lnTo>
                    <a:pt x="15836" y="612000"/>
                  </a:lnTo>
                  <a:lnTo>
                    <a:pt x="23037" y="615962"/>
                  </a:lnTo>
                  <a:lnTo>
                    <a:pt x="29870" y="619925"/>
                  </a:lnTo>
                  <a:lnTo>
                    <a:pt x="37795" y="622084"/>
                  </a:lnTo>
                  <a:lnTo>
                    <a:pt x="1663191" y="622084"/>
                  </a:lnTo>
                  <a:lnTo>
                    <a:pt x="1694878" y="599033"/>
                  </a:lnTo>
                  <a:lnTo>
                    <a:pt x="1698840" y="592201"/>
                  </a:lnTo>
                  <a:lnTo>
                    <a:pt x="1700999" y="584276"/>
                  </a:lnTo>
                  <a:lnTo>
                    <a:pt x="1700899" y="37795"/>
                  </a:lnTo>
                  <a:lnTo>
                    <a:pt x="1698840" y="30238"/>
                  </a:lnTo>
                  <a:lnTo>
                    <a:pt x="1694878" y="23037"/>
                  </a:lnTo>
                  <a:lnTo>
                    <a:pt x="1690916" y="16205"/>
                  </a:lnTo>
                  <a:lnTo>
                    <a:pt x="1685150" y="10439"/>
                  </a:lnTo>
                  <a:lnTo>
                    <a:pt x="1677949" y="6477"/>
                  </a:lnTo>
                  <a:lnTo>
                    <a:pt x="1671116" y="2514"/>
                  </a:lnTo>
                  <a:lnTo>
                    <a:pt x="1663191" y="355"/>
                  </a:lnTo>
                  <a:lnTo>
                    <a:pt x="38150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7981924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5" h="622300">
                  <a:moveTo>
                    <a:pt x="355" y="45720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192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1655279" y="355"/>
                  </a:lnTo>
                  <a:lnTo>
                    <a:pt x="1663191" y="355"/>
                  </a:lnTo>
                  <a:lnTo>
                    <a:pt x="1671116" y="2514"/>
                  </a:lnTo>
                  <a:lnTo>
                    <a:pt x="1677949" y="6477"/>
                  </a:lnTo>
                  <a:lnTo>
                    <a:pt x="1685150" y="10439"/>
                  </a:lnTo>
                  <a:lnTo>
                    <a:pt x="1690916" y="16205"/>
                  </a:lnTo>
                  <a:lnTo>
                    <a:pt x="1694878" y="23037"/>
                  </a:lnTo>
                  <a:lnTo>
                    <a:pt x="1698840" y="30238"/>
                  </a:lnTo>
                  <a:lnTo>
                    <a:pt x="1700999" y="38163"/>
                  </a:lnTo>
                  <a:lnTo>
                    <a:pt x="1700999" y="46075"/>
                  </a:lnTo>
                  <a:lnTo>
                    <a:pt x="1700999" y="576364"/>
                  </a:lnTo>
                  <a:lnTo>
                    <a:pt x="1700999" y="584276"/>
                  </a:lnTo>
                  <a:lnTo>
                    <a:pt x="1698840" y="592201"/>
                  </a:lnTo>
                  <a:lnTo>
                    <a:pt x="1694878" y="599033"/>
                  </a:lnTo>
                  <a:lnTo>
                    <a:pt x="1690916" y="606234"/>
                  </a:lnTo>
                  <a:lnTo>
                    <a:pt x="1685150" y="612000"/>
                  </a:lnTo>
                  <a:lnTo>
                    <a:pt x="1678317" y="615962"/>
                  </a:lnTo>
                  <a:lnTo>
                    <a:pt x="1671116" y="619925"/>
                  </a:lnTo>
                  <a:lnTo>
                    <a:pt x="1663191" y="622084"/>
                  </a:lnTo>
                  <a:lnTo>
                    <a:pt x="1655279" y="622084"/>
                  </a:lnTo>
                  <a:lnTo>
                    <a:pt x="45719" y="622084"/>
                  </a:lnTo>
                  <a:lnTo>
                    <a:pt x="37795" y="622084"/>
                  </a:lnTo>
                  <a:lnTo>
                    <a:pt x="29870" y="619925"/>
                  </a:lnTo>
                  <a:lnTo>
                    <a:pt x="23037" y="615962"/>
                  </a:lnTo>
                  <a:lnTo>
                    <a:pt x="15836" y="612000"/>
                  </a:lnTo>
                  <a:lnTo>
                    <a:pt x="10071" y="606234"/>
                  </a:lnTo>
                  <a:lnTo>
                    <a:pt x="6121" y="599401"/>
                  </a:lnTo>
                  <a:lnTo>
                    <a:pt x="2158" y="592201"/>
                  </a:lnTo>
                  <a:lnTo>
                    <a:pt x="0" y="584276"/>
                  </a:lnTo>
                  <a:lnTo>
                    <a:pt x="0" y="576364"/>
                  </a:lnTo>
                  <a:lnTo>
                    <a:pt x="355" y="45720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groups icon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29155" y="4105440"/>
              <a:ext cx="219240" cy="219240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8408784" y="4063751"/>
            <a:ext cx="417830" cy="2940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95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Staff</a:t>
            </a:r>
            <a:endParaRPr sz="9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6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MODULE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9825835" y="3909960"/>
            <a:ext cx="1707514" cy="628650"/>
            <a:chOff x="9825835" y="3909960"/>
            <a:chExt cx="1707514" cy="628650"/>
          </a:xfrm>
        </p:grpSpPr>
        <p:sp>
          <p:nvSpPr>
            <p:cNvPr id="72" name="object 72"/>
            <p:cNvSpPr/>
            <p:nvPr/>
          </p:nvSpPr>
          <p:spPr>
            <a:xfrm>
              <a:off x="9829075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5" h="622300">
                  <a:moveTo>
                    <a:pt x="38163" y="0"/>
                  </a:moveTo>
                  <a:lnTo>
                    <a:pt x="6489" y="23037"/>
                  </a:lnTo>
                  <a:lnTo>
                    <a:pt x="2527" y="29883"/>
                  </a:lnTo>
                  <a:lnTo>
                    <a:pt x="368" y="37795"/>
                  </a:lnTo>
                  <a:lnTo>
                    <a:pt x="0" y="584276"/>
                  </a:lnTo>
                  <a:lnTo>
                    <a:pt x="2159" y="592201"/>
                  </a:lnTo>
                  <a:lnTo>
                    <a:pt x="6121" y="599401"/>
                  </a:lnTo>
                  <a:lnTo>
                    <a:pt x="10083" y="606234"/>
                  </a:lnTo>
                  <a:lnTo>
                    <a:pt x="15849" y="612000"/>
                  </a:lnTo>
                  <a:lnTo>
                    <a:pt x="23037" y="615962"/>
                  </a:lnTo>
                  <a:lnTo>
                    <a:pt x="29883" y="619925"/>
                  </a:lnTo>
                  <a:lnTo>
                    <a:pt x="37807" y="622084"/>
                  </a:lnTo>
                  <a:lnTo>
                    <a:pt x="1663204" y="622084"/>
                  </a:lnTo>
                  <a:lnTo>
                    <a:pt x="1694878" y="599033"/>
                  </a:lnTo>
                  <a:lnTo>
                    <a:pt x="1698840" y="592201"/>
                  </a:lnTo>
                  <a:lnTo>
                    <a:pt x="1700999" y="584276"/>
                  </a:lnTo>
                  <a:lnTo>
                    <a:pt x="1700899" y="37795"/>
                  </a:lnTo>
                  <a:lnTo>
                    <a:pt x="1698840" y="30238"/>
                  </a:lnTo>
                  <a:lnTo>
                    <a:pt x="1694878" y="23037"/>
                  </a:lnTo>
                  <a:lnTo>
                    <a:pt x="1690928" y="16205"/>
                  </a:lnTo>
                  <a:lnTo>
                    <a:pt x="1685163" y="10439"/>
                  </a:lnTo>
                  <a:lnTo>
                    <a:pt x="1677962" y="6477"/>
                  </a:lnTo>
                  <a:lnTo>
                    <a:pt x="1671129" y="2514"/>
                  </a:lnTo>
                  <a:lnTo>
                    <a:pt x="1663204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9829075" y="3913200"/>
              <a:ext cx="1701164" cy="622300"/>
            </a:xfrm>
            <a:custGeom>
              <a:avLst/>
              <a:gdLst/>
              <a:ahLst/>
              <a:cxnLst/>
              <a:rect l="l" t="t" r="r" b="b"/>
              <a:pathLst>
                <a:path w="1701165" h="622300">
                  <a:moveTo>
                    <a:pt x="368" y="45720"/>
                  </a:moveTo>
                  <a:lnTo>
                    <a:pt x="368" y="37795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1655279" y="355"/>
                  </a:lnTo>
                  <a:lnTo>
                    <a:pt x="1663204" y="355"/>
                  </a:lnTo>
                  <a:lnTo>
                    <a:pt x="1671129" y="2514"/>
                  </a:lnTo>
                  <a:lnTo>
                    <a:pt x="1677962" y="6477"/>
                  </a:lnTo>
                  <a:lnTo>
                    <a:pt x="1685163" y="10439"/>
                  </a:lnTo>
                  <a:lnTo>
                    <a:pt x="1690928" y="16205"/>
                  </a:lnTo>
                  <a:lnTo>
                    <a:pt x="1694878" y="23037"/>
                  </a:lnTo>
                  <a:lnTo>
                    <a:pt x="1698840" y="30238"/>
                  </a:lnTo>
                  <a:lnTo>
                    <a:pt x="1700999" y="38163"/>
                  </a:lnTo>
                  <a:lnTo>
                    <a:pt x="1700999" y="46075"/>
                  </a:lnTo>
                  <a:lnTo>
                    <a:pt x="1700999" y="576364"/>
                  </a:lnTo>
                  <a:lnTo>
                    <a:pt x="1700999" y="584276"/>
                  </a:lnTo>
                  <a:lnTo>
                    <a:pt x="1698840" y="592201"/>
                  </a:lnTo>
                  <a:lnTo>
                    <a:pt x="1694878" y="599033"/>
                  </a:lnTo>
                  <a:lnTo>
                    <a:pt x="1690928" y="606234"/>
                  </a:lnTo>
                  <a:lnTo>
                    <a:pt x="1685163" y="612000"/>
                  </a:lnTo>
                  <a:lnTo>
                    <a:pt x="1678317" y="615962"/>
                  </a:lnTo>
                  <a:lnTo>
                    <a:pt x="1671129" y="619925"/>
                  </a:lnTo>
                  <a:lnTo>
                    <a:pt x="1663204" y="622084"/>
                  </a:lnTo>
                  <a:lnTo>
                    <a:pt x="1655279" y="622084"/>
                  </a:lnTo>
                  <a:lnTo>
                    <a:pt x="45720" y="622084"/>
                  </a:lnTo>
                  <a:lnTo>
                    <a:pt x="37807" y="622084"/>
                  </a:lnTo>
                  <a:lnTo>
                    <a:pt x="29883" y="619925"/>
                  </a:lnTo>
                  <a:lnTo>
                    <a:pt x="23037" y="615962"/>
                  </a:lnTo>
                  <a:lnTo>
                    <a:pt x="15849" y="612000"/>
                  </a:lnTo>
                  <a:lnTo>
                    <a:pt x="10083" y="606234"/>
                  </a:lnTo>
                  <a:lnTo>
                    <a:pt x="6121" y="599401"/>
                  </a:lnTo>
                  <a:lnTo>
                    <a:pt x="2159" y="592201"/>
                  </a:lnTo>
                  <a:lnTo>
                    <a:pt x="0" y="584276"/>
                  </a:lnTo>
                  <a:lnTo>
                    <a:pt x="0" y="576364"/>
                  </a:lnTo>
                  <a:lnTo>
                    <a:pt x="368" y="45720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insights icon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75964" y="4105440"/>
              <a:ext cx="219240" cy="219240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10255936" y="4063751"/>
            <a:ext cx="481965" cy="2940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95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Reports</a:t>
            </a:r>
            <a:endParaRPr sz="9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6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MODULE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pic>
        <p:nvPicPr>
          <p:cNvPr id="76" name="object 76" descr="arrow_downward icon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998324" y="4608360"/>
            <a:ext cx="182524" cy="182524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589856" y="4878900"/>
            <a:ext cx="11008360" cy="904240"/>
            <a:chOff x="589856" y="4878900"/>
            <a:chExt cx="11008360" cy="904240"/>
          </a:xfrm>
        </p:grpSpPr>
        <p:sp>
          <p:nvSpPr>
            <p:cNvPr id="78" name="object 78"/>
            <p:cNvSpPr/>
            <p:nvPr/>
          </p:nvSpPr>
          <p:spPr>
            <a:xfrm>
              <a:off x="593636" y="4882680"/>
              <a:ext cx="11000740" cy="896619"/>
            </a:xfrm>
            <a:custGeom>
              <a:avLst/>
              <a:gdLst/>
              <a:ahLst/>
              <a:cxnLst/>
              <a:rect l="l" t="t" r="r" b="b"/>
              <a:pathLst>
                <a:path w="11000740" h="896620">
                  <a:moveTo>
                    <a:pt x="38163" y="0"/>
                  </a:moveTo>
                  <a:lnTo>
                    <a:pt x="6489" y="23037"/>
                  </a:lnTo>
                  <a:lnTo>
                    <a:pt x="2527" y="29883"/>
                  </a:lnTo>
                  <a:lnTo>
                    <a:pt x="368" y="37795"/>
                  </a:lnTo>
                  <a:lnTo>
                    <a:pt x="0" y="858596"/>
                  </a:lnTo>
                  <a:lnTo>
                    <a:pt x="2158" y="866521"/>
                  </a:lnTo>
                  <a:lnTo>
                    <a:pt x="6121" y="873721"/>
                  </a:lnTo>
                  <a:lnTo>
                    <a:pt x="10083" y="880554"/>
                  </a:lnTo>
                  <a:lnTo>
                    <a:pt x="15849" y="886320"/>
                  </a:lnTo>
                  <a:lnTo>
                    <a:pt x="23037" y="890282"/>
                  </a:lnTo>
                  <a:lnTo>
                    <a:pt x="29883" y="894245"/>
                  </a:lnTo>
                  <a:lnTo>
                    <a:pt x="37807" y="896404"/>
                  </a:lnTo>
                  <a:lnTo>
                    <a:pt x="10962728" y="896404"/>
                  </a:lnTo>
                  <a:lnTo>
                    <a:pt x="10994402" y="873353"/>
                  </a:lnTo>
                  <a:lnTo>
                    <a:pt x="10998365" y="866521"/>
                  </a:lnTo>
                  <a:lnTo>
                    <a:pt x="11000524" y="858596"/>
                  </a:lnTo>
                  <a:lnTo>
                    <a:pt x="11000423" y="37795"/>
                  </a:lnTo>
                  <a:lnTo>
                    <a:pt x="10998365" y="30238"/>
                  </a:lnTo>
                  <a:lnTo>
                    <a:pt x="10994402" y="23037"/>
                  </a:lnTo>
                  <a:lnTo>
                    <a:pt x="10990440" y="16205"/>
                  </a:lnTo>
                  <a:lnTo>
                    <a:pt x="10984687" y="10439"/>
                  </a:lnTo>
                  <a:lnTo>
                    <a:pt x="10977486" y="6477"/>
                  </a:lnTo>
                  <a:lnTo>
                    <a:pt x="10970641" y="2514"/>
                  </a:lnTo>
                  <a:lnTo>
                    <a:pt x="10962728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593636" y="4882680"/>
              <a:ext cx="11000740" cy="896619"/>
            </a:xfrm>
            <a:custGeom>
              <a:avLst/>
              <a:gdLst/>
              <a:ahLst/>
              <a:cxnLst/>
              <a:rect l="l" t="t" r="r" b="b"/>
              <a:pathLst>
                <a:path w="11000740" h="896620">
                  <a:moveTo>
                    <a:pt x="368" y="45720"/>
                  </a:moveTo>
                  <a:lnTo>
                    <a:pt x="368" y="37795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10954804" y="355"/>
                  </a:lnTo>
                  <a:lnTo>
                    <a:pt x="10962728" y="355"/>
                  </a:lnTo>
                  <a:lnTo>
                    <a:pt x="10970641" y="2514"/>
                  </a:lnTo>
                  <a:lnTo>
                    <a:pt x="10977486" y="6477"/>
                  </a:lnTo>
                  <a:lnTo>
                    <a:pt x="10984687" y="10439"/>
                  </a:lnTo>
                  <a:lnTo>
                    <a:pt x="10990440" y="16205"/>
                  </a:lnTo>
                  <a:lnTo>
                    <a:pt x="10994402" y="23037"/>
                  </a:lnTo>
                  <a:lnTo>
                    <a:pt x="10998365" y="30238"/>
                  </a:lnTo>
                  <a:lnTo>
                    <a:pt x="11000524" y="38163"/>
                  </a:lnTo>
                  <a:lnTo>
                    <a:pt x="11000524" y="46075"/>
                  </a:lnTo>
                  <a:lnTo>
                    <a:pt x="11000524" y="850684"/>
                  </a:lnTo>
                  <a:lnTo>
                    <a:pt x="11000524" y="858596"/>
                  </a:lnTo>
                  <a:lnTo>
                    <a:pt x="10998365" y="866521"/>
                  </a:lnTo>
                  <a:lnTo>
                    <a:pt x="10994402" y="873353"/>
                  </a:lnTo>
                  <a:lnTo>
                    <a:pt x="10990440" y="880554"/>
                  </a:lnTo>
                  <a:lnTo>
                    <a:pt x="10984687" y="886320"/>
                  </a:lnTo>
                  <a:lnTo>
                    <a:pt x="10977841" y="890282"/>
                  </a:lnTo>
                  <a:lnTo>
                    <a:pt x="10970641" y="894245"/>
                  </a:lnTo>
                  <a:lnTo>
                    <a:pt x="10962728" y="896404"/>
                  </a:lnTo>
                  <a:lnTo>
                    <a:pt x="10954804" y="896404"/>
                  </a:lnTo>
                  <a:lnTo>
                    <a:pt x="45720" y="896404"/>
                  </a:lnTo>
                  <a:lnTo>
                    <a:pt x="37807" y="896404"/>
                  </a:lnTo>
                  <a:lnTo>
                    <a:pt x="29883" y="894245"/>
                  </a:lnTo>
                  <a:lnTo>
                    <a:pt x="23037" y="890282"/>
                  </a:lnTo>
                  <a:lnTo>
                    <a:pt x="15849" y="886320"/>
                  </a:lnTo>
                  <a:lnTo>
                    <a:pt x="10083" y="880554"/>
                  </a:lnTo>
                  <a:lnTo>
                    <a:pt x="6121" y="873721"/>
                  </a:lnTo>
                  <a:lnTo>
                    <a:pt x="2158" y="866521"/>
                  </a:lnTo>
                  <a:lnTo>
                    <a:pt x="0" y="858596"/>
                  </a:lnTo>
                  <a:lnTo>
                    <a:pt x="0" y="850684"/>
                  </a:lnTo>
                  <a:lnTo>
                    <a:pt x="368" y="45720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841324" y="511128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20">
                  <a:moveTo>
                    <a:pt x="219595" y="0"/>
                  </a:moveTo>
                  <a:lnTo>
                    <a:pt x="162669" y="7604"/>
                  </a:lnTo>
                  <a:lnTo>
                    <a:pt x="109791" y="29514"/>
                  </a:lnTo>
                  <a:lnTo>
                    <a:pt x="64252" y="64530"/>
                  </a:lnTo>
                  <a:lnTo>
                    <a:pt x="29514" y="109804"/>
                  </a:lnTo>
                  <a:lnTo>
                    <a:pt x="7466" y="162809"/>
                  </a:lnTo>
                  <a:lnTo>
                    <a:pt x="0" y="219595"/>
                  </a:lnTo>
                  <a:lnTo>
                    <a:pt x="1877" y="248295"/>
                  </a:lnTo>
                  <a:lnTo>
                    <a:pt x="16700" y="303536"/>
                  </a:lnTo>
                  <a:lnTo>
                    <a:pt x="45397" y="353183"/>
                  </a:lnTo>
                  <a:lnTo>
                    <a:pt x="85807" y="393593"/>
                  </a:lnTo>
                  <a:lnTo>
                    <a:pt x="135504" y="422343"/>
                  </a:lnTo>
                  <a:lnTo>
                    <a:pt x="190846" y="437274"/>
                  </a:lnTo>
                  <a:lnTo>
                    <a:pt x="219595" y="439204"/>
                  </a:lnTo>
                  <a:lnTo>
                    <a:pt x="248137" y="437274"/>
                  </a:lnTo>
                  <a:lnTo>
                    <a:pt x="303325" y="422343"/>
                  </a:lnTo>
                  <a:lnTo>
                    <a:pt x="353021" y="393593"/>
                  </a:lnTo>
                  <a:lnTo>
                    <a:pt x="393432" y="353183"/>
                  </a:lnTo>
                  <a:lnTo>
                    <a:pt x="422130" y="303536"/>
                  </a:lnTo>
                  <a:lnTo>
                    <a:pt x="436956" y="248295"/>
                  </a:lnTo>
                  <a:lnTo>
                    <a:pt x="438835" y="219595"/>
                  </a:lnTo>
                  <a:lnTo>
                    <a:pt x="436956" y="190898"/>
                  </a:lnTo>
                  <a:lnTo>
                    <a:pt x="422130" y="135665"/>
                  </a:lnTo>
                  <a:lnTo>
                    <a:pt x="393432" y="86020"/>
                  </a:lnTo>
                  <a:lnTo>
                    <a:pt x="353021" y="45605"/>
                  </a:lnTo>
                  <a:lnTo>
                    <a:pt x="303325" y="16855"/>
                  </a:lnTo>
                  <a:lnTo>
                    <a:pt x="248137" y="1929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C5A0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storage icon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1115" y="5220716"/>
              <a:ext cx="219240" cy="219240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1431620" y="4989144"/>
            <a:ext cx="594550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6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4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X</a:t>
            </a:r>
            <a:r>
              <a:rPr sz="800" b="1" spc="-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6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-</a:t>
            </a:r>
            <a:r>
              <a:rPr sz="800" b="1" spc="-6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800" b="1" spc="-6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6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800" b="1" spc="-6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3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6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9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5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6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endParaRPr sz="8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rooms.txt</a:t>
            </a:r>
            <a:r>
              <a:rPr sz="800" spc="385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·</a:t>
            </a:r>
            <a:r>
              <a:rPr sz="800" spc="39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food.txt</a:t>
            </a:r>
            <a:r>
              <a:rPr sz="800" spc="39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·</a:t>
            </a:r>
            <a:r>
              <a:rPr sz="800" spc="39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customers.txt</a:t>
            </a:r>
            <a:r>
              <a:rPr sz="800" spc="39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·</a:t>
            </a:r>
            <a:r>
              <a:rPr sz="800" spc="39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bookings.txt</a:t>
            </a:r>
            <a:r>
              <a:rPr sz="800" spc="39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·</a:t>
            </a:r>
            <a:r>
              <a:rPr sz="800" spc="39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staff.txt</a:t>
            </a:r>
            <a:r>
              <a:rPr sz="800" spc="39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·</a:t>
            </a:r>
            <a:r>
              <a:rPr sz="800" spc="39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attendance.txt</a:t>
            </a:r>
            <a:r>
              <a:rPr sz="800" spc="385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·</a:t>
            </a:r>
            <a:r>
              <a:rPr sz="800" spc="39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payments.txt</a:t>
            </a:r>
            <a:endParaRPr sz="8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0187178" y="5070855"/>
            <a:ext cx="1165225" cy="343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1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↔</a:t>
            </a:r>
            <a:r>
              <a:rPr sz="700" b="1" spc="1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endParaRPr sz="700">
              <a:latin typeface="Segoe UI" panose="020B0502040204020203"/>
              <a:cs typeface="Segoe UI" panose="020B0502040204020203"/>
            </a:endParaRPr>
          </a:p>
          <a:p>
            <a:pPr marL="252095">
              <a:lnSpc>
                <a:spcPct val="100000"/>
              </a:lnSpc>
              <a:spcBef>
                <a:spcPts val="740"/>
              </a:spcBef>
            </a:pPr>
            <a:r>
              <a:rPr sz="750" i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state</a:t>
            </a:r>
            <a:r>
              <a:rPr sz="750" i="1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i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survives</a:t>
            </a:r>
            <a:r>
              <a:rPr sz="750" i="1" spc="4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i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restarts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81304" y="6003975"/>
            <a:ext cx="57461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GUARDRAILS</a:t>
            </a:r>
            <a:r>
              <a:rPr sz="800" spc="44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spc="44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Menu</a:t>
            </a:r>
            <a:r>
              <a:rPr sz="800" spc="1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loops</a:t>
            </a:r>
            <a:r>
              <a:rPr sz="800" spc="1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800" spc="1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exceptions</a:t>
            </a:r>
            <a:r>
              <a:rPr sz="800" spc="1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(invalid_argument,</a:t>
            </a:r>
            <a:r>
              <a:rPr sz="800" spc="1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4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runtime_error)</a:t>
            </a:r>
            <a:r>
              <a:rPr sz="800" spc="1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keep</a:t>
            </a:r>
            <a:r>
              <a:rPr sz="800" spc="14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bad</a:t>
            </a:r>
            <a:r>
              <a:rPr sz="800" spc="1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input</a:t>
            </a:r>
            <a:r>
              <a:rPr sz="800" spc="1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out</a:t>
            </a:r>
            <a:r>
              <a:rPr sz="800" spc="1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of</a:t>
            </a:r>
            <a:r>
              <a:rPr sz="800" spc="1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800" spc="1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system.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H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·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H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7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G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M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32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Y</a:t>
            </a:r>
            <a:r>
              <a:rPr spc="-5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T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-50" dirty="0">
                <a:solidFill>
                  <a:srgbClr val="A8B6C3"/>
                </a:solidFill>
              </a:rPr>
              <a:t>M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+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N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S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E</a:t>
            </a:r>
            <a:r>
              <a:rPr spc="32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A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P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L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C</a:t>
            </a:r>
            <a:r>
              <a:rPr spc="-45" dirty="0">
                <a:solidFill>
                  <a:srgbClr val="A8B6C3"/>
                </a:solidFill>
              </a:rPr>
              <a:t> </a:t>
            </a:r>
            <a:r>
              <a:rPr spc="60" dirty="0">
                <a:solidFill>
                  <a:srgbClr val="A8B6C3"/>
                </a:solidFill>
              </a:rPr>
              <a:t>AT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I</a:t>
            </a:r>
            <a:r>
              <a:rPr spc="-40" dirty="0">
                <a:solidFill>
                  <a:srgbClr val="A8B6C3"/>
                </a:solidFill>
              </a:rPr>
              <a:t> </a:t>
            </a:r>
            <a:r>
              <a:rPr dirty="0">
                <a:solidFill>
                  <a:srgbClr val="A8B6C3"/>
                </a:solidFill>
              </a:rPr>
              <a:t>O</a:t>
            </a:r>
            <a:r>
              <a:rPr spc="-50" dirty="0">
                <a:solidFill>
                  <a:srgbClr val="A8B6C3"/>
                </a:solidFill>
              </a:rPr>
              <a:t> N</a:t>
            </a:r>
            <a:endParaRPr spc="-50" dirty="0">
              <a:solidFill>
                <a:srgbClr val="A8B6C3"/>
              </a:solidFill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1174653" y="6517314"/>
            <a:ext cx="432434" cy="1593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06</a:t>
            </a:r>
            <a:r>
              <a:rPr sz="800" b="1" spc="229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800" b="1" spc="2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-3239"/>
            <a:ext cx="12195175" cy="6860540"/>
            <a:chOff x="-355" y="-3239"/>
            <a:chExt cx="12195175" cy="6860540"/>
          </a:xfrm>
        </p:grpSpPr>
        <p:sp>
          <p:nvSpPr>
            <p:cNvPr id="3" name="object 3"/>
            <p:cNvSpPr/>
            <p:nvPr/>
          </p:nvSpPr>
          <p:spPr>
            <a:xfrm>
              <a:off x="-355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73" y="6857631"/>
                  </a:lnTo>
                  <a:lnTo>
                    <a:pt x="6095873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B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1555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A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1479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8F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47403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63314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85" y="6857631"/>
                  </a:lnTo>
                  <a:lnTo>
                    <a:pt x="6095885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237" y="-355"/>
              <a:ext cx="4064635" cy="6858000"/>
            </a:xfrm>
            <a:custGeom>
              <a:avLst/>
              <a:gdLst/>
              <a:ahLst/>
              <a:cxnLst/>
              <a:rect l="l" t="t" r="r" b="b"/>
              <a:pathLst>
                <a:path w="4064634" h="6858000">
                  <a:moveTo>
                    <a:pt x="0" y="6857631"/>
                  </a:moveTo>
                  <a:lnTo>
                    <a:pt x="4064038" y="6857631"/>
                  </a:lnTo>
                  <a:lnTo>
                    <a:pt x="4064038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6F0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5517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6095517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6095517" y="6857631"/>
                  </a:lnTo>
                  <a:lnTo>
                    <a:pt x="6095517" y="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11441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4E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2736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4063669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4063669" y="6857631"/>
                  </a:lnTo>
                  <a:lnTo>
                    <a:pt x="4063669" y="0"/>
                  </a:lnTo>
                  <a:close/>
                </a:path>
              </a:pathLst>
            </a:custGeom>
            <a:solidFill>
              <a:srgbClr val="F3EC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143276" y="-355"/>
              <a:ext cx="3048000" cy="6858000"/>
            </a:xfrm>
            <a:custGeom>
              <a:avLst/>
              <a:gdLst/>
              <a:ahLst/>
              <a:cxnLst/>
              <a:rect l="l" t="t" r="r" b="b"/>
              <a:pathLst>
                <a:path w="3048000" h="6858000">
                  <a:moveTo>
                    <a:pt x="3047758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3047758" y="6857631"/>
                  </a:lnTo>
                  <a:lnTo>
                    <a:pt x="3047758" y="0"/>
                  </a:lnTo>
                  <a:close/>
                </a:path>
              </a:pathLst>
            </a:custGeom>
            <a:solidFill>
              <a:srgbClr val="F1E9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159200" y="-355"/>
              <a:ext cx="2032000" cy="6858000"/>
            </a:xfrm>
            <a:custGeom>
              <a:avLst/>
              <a:gdLst/>
              <a:ahLst/>
              <a:cxnLst/>
              <a:rect l="l" t="t" r="r" b="b"/>
              <a:pathLst>
                <a:path w="2032000" h="6858000">
                  <a:moveTo>
                    <a:pt x="2031834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031834" y="6857631"/>
                  </a:lnTo>
                  <a:lnTo>
                    <a:pt x="2031834" y="0"/>
                  </a:lnTo>
                  <a:close/>
                </a:path>
              </a:pathLst>
            </a:custGeom>
            <a:solidFill>
              <a:srgbClr val="F0E9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175123" y="-355"/>
              <a:ext cx="1016000" cy="6858000"/>
            </a:xfrm>
            <a:custGeom>
              <a:avLst/>
              <a:gdLst/>
              <a:ahLst/>
              <a:cxnLst/>
              <a:rect l="l" t="t" r="r" b="b"/>
              <a:pathLst>
                <a:path w="1016000" h="6858000">
                  <a:moveTo>
                    <a:pt x="101591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1015911" y="6857631"/>
                  </a:lnTo>
                  <a:lnTo>
                    <a:pt x="1015911" y="0"/>
                  </a:lnTo>
                  <a:close/>
                </a:path>
              </a:pathLst>
            </a:custGeom>
            <a:solidFill>
              <a:srgbClr val="F0E6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155324" y="0"/>
              <a:ext cx="1036319" cy="1478280"/>
            </a:xfrm>
            <a:custGeom>
              <a:avLst/>
              <a:gdLst/>
              <a:ahLst/>
              <a:cxnLst/>
              <a:rect l="l" t="t" r="r" b="b"/>
              <a:pathLst>
                <a:path w="1036320" h="1478280">
                  <a:moveTo>
                    <a:pt x="1036078" y="1477964"/>
                  </a:moveTo>
                  <a:lnTo>
                    <a:pt x="977732" y="1457543"/>
                  </a:lnTo>
                  <a:lnTo>
                    <a:pt x="931887" y="1439451"/>
                  </a:lnTo>
                  <a:lnTo>
                    <a:pt x="886610" y="1419855"/>
                  </a:lnTo>
                  <a:lnTo>
                    <a:pt x="841938" y="1398766"/>
                  </a:lnTo>
                  <a:lnTo>
                    <a:pt x="797908" y="1376196"/>
                  </a:lnTo>
                  <a:lnTo>
                    <a:pt x="754557" y="1352156"/>
                  </a:lnTo>
                  <a:lnTo>
                    <a:pt x="711957" y="1326642"/>
                  </a:lnTo>
                  <a:lnTo>
                    <a:pt x="670304" y="1299798"/>
                  </a:lnTo>
                  <a:lnTo>
                    <a:pt x="629625" y="1271652"/>
                  </a:lnTo>
                  <a:lnTo>
                    <a:pt x="589948" y="1242231"/>
                  </a:lnTo>
                  <a:lnTo>
                    <a:pt x="551301" y="1211563"/>
                  </a:lnTo>
                  <a:lnTo>
                    <a:pt x="513710" y="1179676"/>
                  </a:lnTo>
                  <a:lnTo>
                    <a:pt x="477204" y="1146598"/>
                  </a:lnTo>
                  <a:lnTo>
                    <a:pt x="441809" y="1112358"/>
                  </a:lnTo>
                  <a:lnTo>
                    <a:pt x="407553" y="1076982"/>
                  </a:lnTo>
                  <a:lnTo>
                    <a:pt x="374463" y="1040500"/>
                  </a:lnTo>
                  <a:lnTo>
                    <a:pt x="342568" y="1002938"/>
                  </a:lnTo>
                  <a:lnTo>
                    <a:pt x="311893" y="964325"/>
                  </a:lnTo>
                  <a:lnTo>
                    <a:pt x="282467" y="924689"/>
                  </a:lnTo>
                  <a:lnTo>
                    <a:pt x="254317" y="884058"/>
                  </a:lnTo>
                  <a:lnTo>
                    <a:pt x="227471" y="842460"/>
                  </a:lnTo>
                  <a:lnTo>
                    <a:pt x="201955" y="799922"/>
                  </a:lnTo>
                  <a:lnTo>
                    <a:pt x="177914" y="756509"/>
                  </a:lnTo>
                  <a:lnTo>
                    <a:pt x="155345" y="712424"/>
                  </a:lnTo>
                  <a:lnTo>
                    <a:pt x="134257" y="667704"/>
                  </a:lnTo>
                  <a:lnTo>
                    <a:pt x="114662" y="622386"/>
                  </a:lnTo>
                  <a:lnTo>
                    <a:pt x="96571" y="576507"/>
                  </a:lnTo>
                  <a:lnTo>
                    <a:pt x="79995" y="530104"/>
                  </a:lnTo>
                  <a:lnTo>
                    <a:pt x="64945" y="483214"/>
                  </a:lnTo>
                  <a:lnTo>
                    <a:pt x="51433" y="435873"/>
                  </a:lnTo>
                  <a:lnTo>
                    <a:pt x="39469" y="388119"/>
                  </a:lnTo>
                  <a:lnTo>
                    <a:pt x="29064" y="339988"/>
                  </a:lnTo>
                  <a:lnTo>
                    <a:pt x="20229" y="291518"/>
                  </a:lnTo>
                  <a:lnTo>
                    <a:pt x="12976" y="242745"/>
                  </a:lnTo>
                  <a:lnTo>
                    <a:pt x="7315" y="193706"/>
                  </a:lnTo>
                  <a:lnTo>
                    <a:pt x="3258" y="144438"/>
                  </a:lnTo>
                  <a:lnTo>
                    <a:pt x="816" y="94979"/>
                  </a:lnTo>
                  <a:lnTo>
                    <a:pt x="0" y="45364"/>
                  </a:lnTo>
                  <a:lnTo>
                    <a:pt x="746" y="0"/>
                  </a:lnTo>
                </a:path>
              </a:pathLst>
            </a:custGeom>
            <a:ln w="647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81304" y="353415"/>
            <a:ext cx="169735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3</a:t>
            </a:r>
            <a:r>
              <a:rPr sz="9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b="1" spc="4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9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A1A2B"/>
                </a:solidFill>
              </a:rPr>
              <a:t>One</a:t>
            </a:r>
            <a:r>
              <a:rPr spc="-8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login.</a:t>
            </a:r>
            <a:r>
              <a:rPr spc="-8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Two</a:t>
            </a:r>
            <a:r>
              <a:rPr spc="-8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tailored</a:t>
            </a:r>
            <a:r>
              <a:rPr spc="-8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command</a:t>
            </a:r>
            <a:r>
              <a:rPr spc="-85" dirty="0">
                <a:solidFill>
                  <a:srgbClr val="0A1A2B"/>
                </a:solidFill>
              </a:rPr>
              <a:t> </a:t>
            </a:r>
            <a:r>
              <a:rPr spc="-10" dirty="0">
                <a:solidFill>
                  <a:srgbClr val="0A1A2B"/>
                </a:solidFill>
              </a:rPr>
              <a:t>centers.</a:t>
            </a:r>
            <a:endParaRPr spc="-10" dirty="0">
              <a:solidFill>
                <a:srgbClr val="0A1A2B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1304" y="1240459"/>
            <a:ext cx="6737984" cy="205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Customers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see</a:t>
            </a:r>
            <a:r>
              <a:rPr sz="1150" spc="8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8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hotel.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Administrators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run</a:t>
            </a:r>
            <a:r>
              <a:rPr sz="1150" spc="8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it.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Role-based</a:t>
            </a:r>
            <a:r>
              <a:rPr sz="1150" spc="8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menus</a:t>
            </a:r>
            <a:r>
              <a:rPr sz="1150" spc="8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keep</a:t>
            </a:r>
            <a:r>
              <a:rPr sz="1150" spc="8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two</a:t>
            </a:r>
            <a:r>
              <a:rPr sz="1150" spc="8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experiences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separate.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4359" y="1645920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935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590194" y="1788274"/>
            <a:ext cx="5402580" cy="3500754"/>
            <a:chOff x="590194" y="1788274"/>
            <a:chExt cx="5402580" cy="3500754"/>
          </a:xfrm>
        </p:grpSpPr>
        <p:sp>
          <p:nvSpPr>
            <p:cNvPr id="21" name="object 21"/>
            <p:cNvSpPr/>
            <p:nvPr/>
          </p:nvSpPr>
          <p:spPr>
            <a:xfrm>
              <a:off x="594004" y="1792084"/>
              <a:ext cx="5394960" cy="3493135"/>
            </a:xfrm>
            <a:custGeom>
              <a:avLst/>
              <a:gdLst/>
              <a:ahLst/>
              <a:cxnLst/>
              <a:rect l="l" t="t" r="r" b="b"/>
              <a:pathLst>
                <a:path w="5394960" h="3493135">
                  <a:moveTo>
                    <a:pt x="5360758" y="0"/>
                  </a:moveTo>
                  <a:lnTo>
                    <a:pt x="33832" y="0"/>
                  </a:lnTo>
                  <a:lnTo>
                    <a:pt x="27000" y="1790"/>
                  </a:lnTo>
                  <a:lnTo>
                    <a:pt x="20510" y="5397"/>
                  </a:lnTo>
                  <a:lnTo>
                    <a:pt x="14401" y="8991"/>
                  </a:lnTo>
                  <a:lnTo>
                    <a:pt x="8991" y="14033"/>
                  </a:lnTo>
                  <a:lnTo>
                    <a:pt x="5397" y="20510"/>
                  </a:lnTo>
                  <a:lnTo>
                    <a:pt x="1790" y="26631"/>
                  </a:lnTo>
                  <a:lnTo>
                    <a:pt x="0" y="33832"/>
                  </a:lnTo>
                  <a:lnTo>
                    <a:pt x="0" y="3459238"/>
                  </a:lnTo>
                  <a:lnTo>
                    <a:pt x="20510" y="3487674"/>
                  </a:lnTo>
                  <a:lnTo>
                    <a:pt x="26631" y="3491280"/>
                  </a:lnTo>
                  <a:lnTo>
                    <a:pt x="33832" y="3493071"/>
                  </a:lnTo>
                  <a:lnTo>
                    <a:pt x="5361114" y="3492715"/>
                  </a:lnTo>
                  <a:lnTo>
                    <a:pt x="5367959" y="3490912"/>
                  </a:lnTo>
                  <a:lnTo>
                    <a:pt x="5374436" y="3487318"/>
                  </a:lnTo>
                  <a:lnTo>
                    <a:pt x="5380558" y="3483711"/>
                  </a:lnTo>
                  <a:lnTo>
                    <a:pt x="5385955" y="3478669"/>
                  </a:lnTo>
                  <a:lnTo>
                    <a:pt x="5389549" y="3472192"/>
                  </a:lnTo>
                  <a:lnTo>
                    <a:pt x="5393156" y="3466071"/>
                  </a:lnTo>
                  <a:lnTo>
                    <a:pt x="5394867" y="3459238"/>
                  </a:lnTo>
                  <a:lnTo>
                    <a:pt x="5394960" y="3451669"/>
                  </a:lnTo>
                  <a:lnTo>
                    <a:pt x="5394592" y="41033"/>
                  </a:lnTo>
                  <a:lnTo>
                    <a:pt x="5374081" y="5397"/>
                  </a:lnTo>
                  <a:lnTo>
                    <a:pt x="5367959" y="1790"/>
                  </a:lnTo>
                  <a:lnTo>
                    <a:pt x="5360758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94004" y="1792084"/>
              <a:ext cx="5394960" cy="3493135"/>
            </a:xfrm>
            <a:custGeom>
              <a:avLst/>
              <a:gdLst/>
              <a:ahLst/>
              <a:cxnLst/>
              <a:rect l="l" t="t" r="r" b="b"/>
              <a:pathLst>
                <a:path w="5394960" h="3493135">
                  <a:moveTo>
                    <a:pt x="0" y="41033"/>
                  </a:moveTo>
                  <a:lnTo>
                    <a:pt x="0" y="33832"/>
                  </a:lnTo>
                  <a:lnTo>
                    <a:pt x="1790" y="26631"/>
                  </a:lnTo>
                  <a:lnTo>
                    <a:pt x="5397" y="20510"/>
                  </a:lnTo>
                  <a:lnTo>
                    <a:pt x="8991" y="14033"/>
                  </a:lnTo>
                  <a:lnTo>
                    <a:pt x="14401" y="8991"/>
                  </a:lnTo>
                  <a:lnTo>
                    <a:pt x="20510" y="5397"/>
                  </a:lnTo>
                  <a:lnTo>
                    <a:pt x="27000" y="1790"/>
                  </a:lnTo>
                  <a:lnTo>
                    <a:pt x="33832" y="0"/>
                  </a:lnTo>
                  <a:lnTo>
                    <a:pt x="41033" y="0"/>
                  </a:lnTo>
                  <a:lnTo>
                    <a:pt x="5353558" y="0"/>
                  </a:lnTo>
                  <a:lnTo>
                    <a:pt x="5360758" y="0"/>
                  </a:lnTo>
                  <a:lnTo>
                    <a:pt x="5367959" y="1790"/>
                  </a:lnTo>
                  <a:lnTo>
                    <a:pt x="5374081" y="5397"/>
                  </a:lnTo>
                  <a:lnTo>
                    <a:pt x="5380558" y="8991"/>
                  </a:lnTo>
                  <a:lnTo>
                    <a:pt x="5385600" y="14401"/>
                  </a:lnTo>
                  <a:lnTo>
                    <a:pt x="5389194" y="20510"/>
                  </a:lnTo>
                  <a:lnTo>
                    <a:pt x="5392801" y="27000"/>
                  </a:lnTo>
                  <a:lnTo>
                    <a:pt x="5394591" y="33832"/>
                  </a:lnTo>
                  <a:lnTo>
                    <a:pt x="5394591" y="41033"/>
                  </a:lnTo>
                  <a:lnTo>
                    <a:pt x="5394960" y="3451669"/>
                  </a:lnTo>
                  <a:lnTo>
                    <a:pt x="5394960" y="3458870"/>
                  </a:lnTo>
                  <a:lnTo>
                    <a:pt x="5393156" y="3466071"/>
                  </a:lnTo>
                  <a:lnTo>
                    <a:pt x="5389549" y="3472192"/>
                  </a:lnTo>
                  <a:lnTo>
                    <a:pt x="5385955" y="3478669"/>
                  </a:lnTo>
                  <a:lnTo>
                    <a:pt x="5380558" y="3483711"/>
                  </a:lnTo>
                  <a:lnTo>
                    <a:pt x="5374436" y="3487318"/>
                  </a:lnTo>
                  <a:lnTo>
                    <a:pt x="5367959" y="3490912"/>
                  </a:lnTo>
                  <a:lnTo>
                    <a:pt x="5361114" y="3492715"/>
                  </a:lnTo>
                  <a:lnTo>
                    <a:pt x="5353913" y="3492715"/>
                  </a:lnTo>
                  <a:lnTo>
                    <a:pt x="41033" y="3493071"/>
                  </a:lnTo>
                  <a:lnTo>
                    <a:pt x="33832" y="3493071"/>
                  </a:lnTo>
                  <a:lnTo>
                    <a:pt x="26631" y="3491280"/>
                  </a:lnTo>
                  <a:lnTo>
                    <a:pt x="20510" y="3487674"/>
                  </a:lnTo>
                  <a:lnTo>
                    <a:pt x="14033" y="3484079"/>
                  </a:lnTo>
                  <a:lnTo>
                    <a:pt x="8991" y="3478669"/>
                  </a:lnTo>
                  <a:lnTo>
                    <a:pt x="5397" y="3472561"/>
                  </a:lnTo>
                  <a:lnTo>
                    <a:pt x="1790" y="3466071"/>
                  </a:lnTo>
                  <a:lnTo>
                    <a:pt x="0" y="3459238"/>
                  </a:lnTo>
                  <a:lnTo>
                    <a:pt x="0" y="3452037"/>
                  </a:lnTo>
                  <a:lnTo>
                    <a:pt x="0" y="41033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50315" y="201168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19">
                  <a:moveTo>
                    <a:pt x="219608" y="0"/>
                  </a:moveTo>
                  <a:lnTo>
                    <a:pt x="162682" y="7426"/>
                  </a:lnTo>
                  <a:lnTo>
                    <a:pt x="109804" y="29159"/>
                  </a:lnTo>
                  <a:lnTo>
                    <a:pt x="64265" y="64168"/>
                  </a:lnTo>
                  <a:lnTo>
                    <a:pt x="29527" y="109435"/>
                  </a:lnTo>
                  <a:lnTo>
                    <a:pt x="7472" y="162452"/>
                  </a:lnTo>
                  <a:lnTo>
                    <a:pt x="0" y="219240"/>
                  </a:lnTo>
                  <a:lnTo>
                    <a:pt x="1879" y="247937"/>
                  </a:lnTo>
                  <a:lnTo>
                    <a:pt x="16711" y="303175"/>
                  </a:lnTo>
                  <a:lnTo>
                    <a:pt x="45410" y="352826"/>
                  </a:lnTo>
                  <a:lnTo>
                    <a:pt x="85820" y="393232"/>
                  </a:lnTo>
                  <a:lnTo>
                    <a:pt x="135517" y="421980"/>
                  </a:lnTo>
                  <a:lnTo>
                    <a:pt x="190858" y="436906"/>
                  </a:lnTo>
                  <a:lnTo>
                    <a:pt x="219608" y="438835"/>
                  </a:lnTo>
                  <a:lnTo>
                    <a:pt x="248144" y="436906"/>
                  </a:lnTo>
                  <a:lnTo>
                    <a:pt x="303336" y="421980"/>
                  </a:lnTo>
                  <a:lnTo>
                    <a:pt x="353028" y="393232"/>
                  </a:lnTo>
                  <a:lnTo>
                    <a:pt x="393438" y="352826"/>
                  </a:lnTo>
                  <a:lnTo>
                    <a:pt x="422137" y="303175"/>
                  </a:lnTo>
                  <a:lnTo>
                    <a:pt x="436969" y="247937"/>
                  </a:lnTo>
                  <a:lnTo>
                    <a:pt x="438848" y="219240"/>
                  </a:lnTo>
                  <a:lnTo>
                    <a:pt x="436969" y="190542"/>
                  </a:lnTo>
                  <a:lnTo>
                    <a:pt x="422137" y="135304"/>
                  </a:lnTo>
                  <a:lnTo>
                    <a:pt x="393438" y="85653"/>
                  </a:lnTo>
                  <a:lnTo>
                    <a:pt x="353028" y="45247"/>
                  </a:lnTo>
                  <a:lnTo>
                    <a:pt x="303336" y="16555"/>
                  </a:lnTo>
                  <a:lnTo>
                    <a:pt x="248144" y="1873"/>
                  </a:lnTo>
                  <a:lnTo>
                    <a:pt x="219608" y="0"/>
                  </a:lnTo>
                  <a:close/>
                </a:path>
              </a:pathLst>
            </a:custGeom>
            <a:solidFill>
              <a:srgbClr val="C5A0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person icon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51115" y="2121128"/>
              <a:ext cx="237235" cy="23723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422615" y="1959519"/>
            <a:ext cx="2375535" cy="43370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8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endParaRPr sz="8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20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Register</a:t>
            </a:r>
            <a:r>
              <a:rPr sz="1200" b="1" spc="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→</a:t>
            </a:r>
            <a:r>
              <a:rPr sz="12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login</a:t>
            </a:r>
            <a:r>
              <a:rPr sz="1200" b="1" spc="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→</a:t>
            </a:r>
            <a:r>
              <a:rPr sz="1200" b="1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dashboard</a:t>
            </a:r>
            <a:endParaRPr sz="120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68680" y="2761208"/>
            <a:ext cx="4846320" cy="1795780"/>
            <a:chOff x="868680" y="2761208"/>
            <a:chExt cx="4846320" cy="1795780"/>
          </a:xfrm>
        </p:grpSpPr>
        <p:pic>
          <p:nvPicPr>
            <p:cNvPr id="27" name="object 27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7044" y="2761208"/>
              <a:ext cx="145796" cy="145796"/>
            </a:xfrm>
            <a:prstGeom prst="rect">
              <a:avLst/>
            </a:prstGeom>
          </p:spPr>
        </p:pic>
        <p:pic>
          <p:nvPicPr>
            <p:cNvPr id="28" name="object 28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5924" y="2761208"/>
              <a:ext cx="145796" cy="145796"/>
            </a:xfrm>
            <a:prstGeom prst="rect">
              <a:avLst/>
            </a:prstGeom>
          </p:spPr>
        </p:pic>
        <p:pic>
          <p:nvPicPr>
            <p:cNvPr id="29" name="object 29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7044" y="3328200"/>
              <a:ext cx="145796" cy="145796"/>
            </a:xfrm>
            <a:prstGeom prst="rect">
              <a:avLst/>
            </a:prstGeom>
          </p:spPr>
        </p:pic>
        <p:pic>
          <p:nvPicPr>
            <p:cNvPr id="30" name="object 30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5924" y="3328200"/>
              <a:ext cx="145796" cy="145796"/>
            </a:xfrm>
            <a:prstGeom prst="rect">
              <a:avLst/>
            </a:prstGeom>
          </p:spPr>
        </p:pic>
        <p:pic>
          <p:nvPicPr>
            <p:cNvPr id="31" name="object 31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7044" y="3894848"/>
              <a:ext cx="145796" cy="145795"/>
            </a:xfrm>
            <a:prstGeom prst="rect">
              <a:avLst/>
            </a:prstGeom>
          </p:spPr>
        </p:pic>
        <p:pic>
          <p:nvPicPr>
            <p:cNvPr id="32" name="object 32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5924" y="3894848"/>
              <a:ext cx="145796" cy="14579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68680" y="4553635"/>
              <a:ext cx="4846320" cy="0"/>
            </a:xfrm>
            <a:custGeom>
              <a:avLst/>
              <a:gdLst/>
              <a:ahLst/>
              <a:cxnLst/>
              <a:rect l="l" t="t" r="r" b="b"/>
              <a:pathLst>
                <a:path w="4846320">
                  <a:moveTo>
                    <a:pt x="0" y="0"/>
                  </a:moveTo>
                  <a:lnTo>
                    <a:pt x="4846320" y="0"/>
                  </a:lnTo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093584" y="2730144"/>
            <a:ext cx="71310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View</a:t>
            </a:r>
            <a:r>
              <a:rPr sz="1050" spc="-4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rooms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62464" y="2730144"/>
            <a:ext cx="77787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Book</a:t>
            </a:r>
            <a:r>
              <a:rPr sz="1050" spc="-2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050" spc="-2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room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93584" y="3297148"/>
            <a:ext cx="78549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My</a:t>
            </a:r>
            <a:r>
              <a:rPr sz="1050" spc="-2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bookings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62464" y="3297148"/>
            <a:ext cx="67627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Order</a:t>
            </a:r>
            <a:r>
              <a:rPr sz="1050" spc="-4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food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93584" y="3864140"/>
            <a:ext cx="122364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View</a:t>
            </a:r>
            <a:r>
              <a:rPr sz="1050" spc="-2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bill</a:t>
            </a:r>
            <a:r>
              <a:rPr sz="1050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1050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checkout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62464" y="3864140"/>
            <a:ext cx="83820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Secure</a:t>
            </a:r>
            <a:r>
              <a:rPr sz="1050" spc="-7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logout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5624" y="4650673"/>
            <a:ext cx="4697095" cy="33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100"/>
              </a:spcBef>
            </a:pP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REGISTER</a:t>
            </a:r>
            <a:r>
              <a:rPr sz="800" spc="1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spc="2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username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12-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digit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Aadhaar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password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(6+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characters).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username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“admin”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is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reserved; checkPassword()</a:t>
            </a:r>
            <a:r>
              <a:rPr sz="800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verifies</a:t>
            </a:r>
            <a:r>
              <a:rPr sz="8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8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login.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195390" y="1788274"/>
            <a:ext cx="5402580" cy="3500754"/>
            <a:chOff x="6195390" y="1788274"/>
            <a:chExt cx="5402580" cy="3500754"/>
          </a:xfrm>
        </p:grpSpPr>
        <p:sp>
          <p:nvSpPr>
            <p:cNvPr id="42" name="object 42"/>
            <p:cNvSpPr/>
            <p:nvPr/>
          </p:nvSpPr>
          <p:spPr>
            <a:xfrm>
              <a:off x="6199200" y="1792084"/>
              <a:ext cx="5394960" cy="3493135"/>
            </a:xfrm>
            <a:custGeom>
              <a:avLst/>
              <a:gdLst/>
              <a:ahLst/>
              <a:cxnLst/>
              <a:rect l="l" t="t" r="r" b="b"/>
              <a:pathLst>
                <a:path w="5394959" h="3493135">
                  <a:moveTo>
                    <a:pt x="5360758" y="0"/>
                  </a:moveTo>
                  <a:lnTo>
                    <a:pt x="33845" y="0"/>
                  </a:lnTo>
                  <a:lnTo>
                    <a:pt x="27000" y="1790"/>
                  </a:lnTo>
                  <a:lnTo>
                    <a:pt x="20523" y="5397"/>
                  </a:lnTo>
                  <a:lnTo>
                    <a:pt x="14401" y="8991"/>
                  </a:lnTo>
                  <a:lnTo>
                    <a:pt x="9004" y="14033"/>
                  </a:lnTo>
                  <a:lnTo>
                    <a:pt x="5397" y="20510"/>
                  </a:lnTo>
                  <a:lnTo>
                    <a:pt x="1803" y="26631"/>
                  </a:lnTo>
                  <a:lnTo>
                    <a:pt x="0" y="33832"/>
                  </a:lnTo>
                  <a:lnTo>
                    <a:pt x="0" y="3459238"/>
                  </a:lnTo>
                  <a:lnTo>
                    <a:pt x="20523" y="3487674"/>
                  </a:lnTo>
                  <a:lnTo>
                    <a:pt x="26644" y="3491280"/>
                  </a:lnTo>
                  <a:lnTo>
                    <a:pt x="33845" y="3493071"/>
                  </a:lnTo>
                  <a:lnTo>
                    <a:pt x="5361114" y="3492715"/>
                  </a:lnTo>
                  <a:lnTo>
                    <a:pt x="5367959" y="3490912"/>
                  </a:lnTo>
                  <a:lnTo>
                    <a:pt x="5374436" y="3487318"/>
                  </a:lnTo>
                  <a:lnTo>
                    <a:pt x="5380558" y="3483711"/>
                  </a:lnTo>
                  <a:lnTo>
                    <a:pt x="5385955" y="3478669"/>
                  </a:lnTo>
                  <a:lnTo>
                    <a:pt x="5389562" y="3472192"/>
                  </a:lnTo>
                  <a:lnTo>
                    <a:pt x="5393156" y="3466071"/>
                  </a:lnTo>
                  <a:lnTo>
                    <a:pt x="5394867" y="3459238"/>
                  </a:lnTo>
                  <a:lnTo>
                    <a:pt x="5394960" y="3451669"/>
                  </a:lnTo>
                  <a:lnTo>
                    <a:pt x="5394605" y="41033"/>
                  </a:lnTo>
                  <a:lnTo>
                    <a:pt x="5394604" y="33832"/>
                  </a:lnTo>
                  <a:lnTo>
                    <a:pt x="5374081" y="5397"/>
                  </a:lnTo>
                  <a:lnTo>
                    <a:pt x="5367959" y="1790"/>
                  </a:lnTo>
                  <a:lnTo>
                    <a:pt x="5360758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199200" y="1792084"/>
              <a:ext cx="5394960" cy="3493135"/>
            </a:xfrm>
            <a:custGeom>
              <a:avLst/>
              <a:gdLst/>
              <a:ahLst/>
              <a:cxnLst/>
              <a:rect l="l" t="t" r="r" b="b"/>
              <a:pathLst>
                <a:path w="5394959" h="3493135">
                  <a:moveTo>
                    <a:pt x="0" y="41033"/>
                  </a:moveTo>
                  <a:lnTo>
                    <a:pt x="0" y="33832"/>
                  </a:lnTo>
                  <a:lnTo>
                    <a:pt x="1803" y="26631"/>
                  </a:lnTo>
                  <a:lnTo>
                    <a:pt x="5397" y="20510"/>
                  </a:lnTo>
                  <a:lnTo>
                    <a:pt x="9004" y="14033"/>
                  </a:lnTo>
                  <a:lnTo>
                    <a:pt x="14401" y="8991"/>
                  </a:lnTo>
                  <a:lnTo>
                    <a:pt x="20523" y="5397"/>
                  </a:lnTo>
                  <a:lnTo>
                    <a:pt x="27000" y="1790"/>
                  </a:lnTo>
                  <a:lnTo>
                    <a:pt x="33845" y="0"/>
                  </a:lnTo>
                  <a:lnTo>
                    <a:pt x="41033" y="0"/>
                  </a:lnTo>
                  <a:lnTo>
                    <a:pt x="5353558" y="0"/>
                  </a:lnTo>
                  <a:lnTo>
                    <a:pt x="5360758" y="0"/>
                  </a:lnTo>
                  <a:lnTo>
                    <a:pt x="5367959" y="1790"/>
                  </a:lnTo>
                  <a:lnTo>
                    <a:pt x="5374081" y="5397"/>
                  </a:lnTo>
                  <a:lnTo>
                    <a:pt x="5380558" y="8991"/>
                  </a:lnTo>
                  <a:lnTo>
                    <a:pt x="5385600" y="14401"/>
                  </a:lnTo>
                  <a:lnTo>
                    <a:pt x="5389194" y="20510"/>
                  </a:lnTo>
                  <a:lnTo>
                    <a:pt x="5392801" y="27000"/>
                  </a:lnTo>
                  <a:lnTo>
                    <a:pt x="5394604" y="33832"/>
                  </a:lnTo>
                  <a:lnTo>
                    <a:pt x="5394604" y="41033"/>
                  </a:lnTo>
                  <a:lnTo>
                    <a:pt x="5394960" y="3451669"/>
                  </a:lnTo>
                  <a:lnTo>
                    <a:pt x="5394960" y="3458870"/>
                  </a:lnTo>
                  <a:lnTo>
                    <a:pt x="5393156" y="3466071"/>
                  </a:lnTo>
                  <a:lnTo>
                    <a:pt x="5389562" y="3472192"/>
                  </a:lnTo>
                  <a:lnTo>
                    <a:pt x="5385955" y="3478669"/>
                  </a:lnTo>
                  <a:lnTo>
                    <a:pt x="5380558" y="3483711"/>
                  </a:lnTo>
                  <a:lnTo>
                    <a:pt x="5374436" y="3487318"/>
                  </a:lnTo>
                  <a:lnTo>
                    <a:pt x="5367959" y="3490912"/>
                  </a:lnTo>
                  <a:lnTo>
                    <a:pt x="5361114" y="3492715"/>
                  </a:lnTo>
                  <a:lnTo>
                    <a:pt x="5353913" y="3492715"/>
                  </a:lnTo>
                  <a:lnTo>
                    <a:pt x="41033" y="3493071"/>
                  </a:lnTo>
                  <a:lnTo>
                    <a:pt x="33845" y="3493071"/>
                  </a:lnTo>
                  <a:lnTo>
                    <a:pt x="26644" y="3491280"/>
                  </a:lnTo>
                  <a:lnTo>
                    <a:pt x="20523" y="3487674"/>
                  </a:lnTo>
                  <a:lnTo>
                    <a:pt x="14033" y="3484079"/>
                  </a:lnTo>
                  <a:lnTo>
                    <a:pt x="9004" y="3478669"/>
                  </a:lnTo>
                  <a:lnTo>
                    <a:pt x="5397" y="3472561"/>
                  </a:lnTo>
                  <a:lnTo>
                    <a:pt x="1803" y="3466071"/>
                  </a:lnTo>
                  <a:lnTo>
                    <a:pt x="0" y="3459238"/>
                  </a:lnTo>
                  <a:lnTo>
                    <a:pt x="0" y="3452037"/>
                  </a:lnTo>
                  <a:lnTo>
                    <a:pt x="0" y="41033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455524" y="201168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219595" y="0"/>
                  </a:moveTo>
                  <a:lnTo>
                    <a:pt x="162669" y="7426"/>
                  </a:lnTo>
                  <a:lnTo>
                    <a:pt x="109791" y="29159"/>
                  </a:lnTo>
                  <a:lnTo>
                    <a:pt x="64252" y="64168"/>
                  </a:lnTo>
                  <a:lnTo>
                    <a:pt x="29514" y="109435"/>
                  </a:lnTo>
                  <a:lnTo>
                    <a:pt x="7466" y="162452"/>
                  </a:lnTo>
                  <a:lnTo>
                    <a:pt x="0" y="219240"/>
                  </a:lnTo>
                  <a:lnTo>
                    <a:pt x="1877" y="247937"/>
                  </a:lnTo>
                  <a:lnTo>
                    <a:pt x="16700" y="303175"/>
                  </a:lnTo>
                  <a:lnTo>
                    <a:pt x="45397" y="352826"/>
                  </a:lnTo>
                  <a:lnTo>
                    <a:pt x="85807" y="393232"/>
                  </a:lnTo>
                  <a:lnTo>
                    <a:pt x="135504" y="421980"/>
                  </a:lnTo>
                  <a:lnTo>
                    <a:pt x="190846" y="436906"/>
                  </a:lnTo>
                  <a:lnTo>
                    <a:pt x="219595" y="438835"/>
                  </a:lnTo>
                  <a:lnTo>
                    <a:pt x="248137" y="436906"/>
                  </a:lnTo>
                  <a:lnTo>
                    <a:pt x="303325" y="421980"/>
                  </a:lnTo>
                  <a:lnTo>
                    <a:pt x="353021" y="393232"/>
                  </a:lnTo>
                  <a:lnTo>
                    <a:pt x="393432" y="352826"/>
                  </a:lnTo>
                  <a:lnTo>
                    <a:pt x="422130" y="303175"/>
                  </a:lnTo>
                  <a:lnTo>
                    <a:pt x="436956" y="247937"/>
                  </a:lnTo>
                  <a:lnTo>
                    <a:pt x="438835" y="219240"/>
                  </a:lnTo>
                  <a:lnTo>
                    <a:pt x="436956" y="190542"/>
                  </a:lnTo>
                  <a:lnTo>
                    <a:pt x="422130" y="135304"/>
                  </a:lnTo>
                  <a:lnTo>
                    <a:pt x="393432" y="85653"/>
                  </a:lnTo>
                  <a:lnTo>
                    <a:pt x="353021" y="45247"/>
                  </a:lnTo>
                  <a:lnTo>
                    <a:pt x="303325" y="16555"/>
                  </a:lnTo>
                  <a:lnTo>
                    <a:pt x="248137" y="1873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C5A0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admin_panel_settings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6324" y="2121128"/>
              <a:ext cx="237235" cy="23723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7027824" y="1959519"/>
            <a:ext cx="2201545" cy="43370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8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8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endParaRPr sz="8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20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adminLogin()</a:t>
            </a:r>
            <a:r>
              <a:rPr sz="1200" b="1" spc="7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→</a:t>
            </a:r>
            <a:r>
              <a:rPr sz="12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dashboard</a:t>
            </a:r>
            <a:endParaRPr sz="120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473875" y="2761208"/>
            <a:ext cx="4846320" cy="1795780"/>
            <a:chOff x="6473875" y="2761208"/>
            <a:chExt cx="4846320" cy="1795780"/>
          </a:xfrm>
        </p:grpSpPr>
        <p:pic>
          <p:nvPicPr>
            <p:cNvPr id="48" name="object 48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2239" y="2761208"/>
              <a:ext cx="145795" cy="145796"/>
            </a:xfrm>
            <a:prstGeom prst="rect">
              <a:avLst/>
            </a:prstGeom>
          </p:spPr>
        </p:pic>
        <p:pic>
          <p:nvPicPr>
            <p:cNvPr id="49" name="object 49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61119" y="2761208"/>
              <a:ext cx="145796" cy="145796"/>
            </a:xfrm>
            <a:prstGeom prst="rect">
              <a:avLst/>
            </a:prstGeom>
          </p:spPr>
        </p:pic>
        <p:pic>
          <p:nvPicPr>
            <p:cNvPr id="50" name="object 50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2239" y="3328200"/>
              <a:ext cx="145795" cy="145796"/>
            </a:xfrm>
            <a:prstGeom prst="rect">
              <a:avLst/>
            </a:prstGeom>
          </p:spPr>
        </p:pic>
        <p:pic>
          <p:nvPicPr>
            <p:cNvPr id="51" name="object 51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61119" y="3328200"/>
              <a:ext cx="145796" cy="145796"/>
            </a:xfrm>
            <a:prstGeom prst="rect">
              <a:avLst/>
            </a:prstGeom>
          </p:spPr>
        </p:pic>
        <p:pic>
          <p:nvPicPr>
            <p:cNvPr id="52" name="object 52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2239" y="3894848"/>
              <a:ext cx="145795" cy="145795"/>
            </a:xfrm>
            <a:prstGeom prst="rect">
              <a:avLst/>
            </a:prstGeom>
          </p:spPr>
        </p:pic>
        <p:pic>
          <p:nvPicPr>
            <p:cNvPr id="53" name="object 53" descr="check_circ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61119" y="3894848"/>
              <a:ext cx="145796" cy="14579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473875" y="4553635"/>
              <a:ext cx="4846320" cy="0"/>
            </a:xfrm>
            <a:custGeom>
              <a:avLst/>
              <a:gdLst/>
              <a:ahLst/>
              <a:cxnLst/>
              <a:rect l="l" t="t" r="r" b="b"/>
              <a:pathLst>
                <a:path w="4846320">
                  <a:moveTo>
                    <a:pt x="0" y="0"/>
                  </a:moveTo>
                  <a:lnTo>
                    <a:pt x="4846320" y="0"/>
                  </a:lnTo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6699136" y="2730144"/>
            <a:ext cx="136271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Manage</a:t>
            </a:r>
            <a:r>
              <a:rPr sz="1050" spc="-3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rooms</a:t>
            </a:r>
            <a:r>
              <a:rPr sz="1050" spc="-3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1050" spc="-4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food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168015" y="2730144"/>
            <a:ext cx="833119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Update</a:t>
            </a:r>
            <a:r>
              <a:rPr sz="1050" spc="-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prices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699136" y="3297148"/>
            <a:ext cx="88138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View</a:t>
            </a:r>
            <a:r>
              <a:rPr sz="1050" spc="-4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bookings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168015" y="3297148"/>
            <a:ext cx="82423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Generate</a:t>
            </a:r>
            <a:r>
              <a:rPr sz="1050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bills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99136" y="3864140"/>
            <a:ext cx="80899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View</a:t>
            </a:r>
            <a:r>
              <a:rPr sz="1050" spc="-4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revenue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168015" y="3864140"/>
            <a:ext cx="89217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Staff</a:t>
            </a:r>
            <a:r>
              <a:rPr sz="1050" spc="-3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1050" spc="-4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salaries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460820" y="4650673"/>
            <a:ext cx="4632325" cy="33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100"/>
              </a:spcBef>
            </a:pP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DEMO</a:t>
            </a:r>
            <a:r>
              <a:rPr sz="800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LOGIN</a:t>
            </a:r>
            <a:r>
              <a:rPr sz="800" spc="18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spc="18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admin</a:t>
            </a:r>
            <a:r>
              <a:rPr sz="800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800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admin123.</a:t>
            </a:r>
            <a:r>
              <a:rPr sz="8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adminLogin()</a:t>
            </a:r>
            <a:r>
              <a:rPr sz="800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checks</a:t>
            </a:r>
            <a:r>
              <a:rPr sz="800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hard-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coded</a:t>
            </a:r>
            <a:r>
              <a:rPr sz="8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credentials;</a:t>
            </a:r>
            <a:r>
              <a:rPr sz="800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production</a:t>
            </a:r>
            <a:r>
              <a:rPr sz="800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should</a:t>
            </a:r>
            <a:r>
              <a:rPr sz="800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use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hashed</a:t>
            </a:r>
            <a:r>
              <a:rPr sz="80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passwords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stronger</a:t>
            </a:r>
            <a:r>
              <a:rPr sz="800" spc="-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authentication.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90143" y="5500903"/>
            <a:ext cx="11007725" cy="629285"/>
            <a:chOff x="590143" y="5500903"/>
            <a:chExt cx="11007725" cy="629285"/>
          </a:xfrm>
        </p:grpSpPr>
        <p:sp>
          <p:nvSpPr>
            <p:cNvPr id="63" name="object 63"/>
            <p:cNvSpPr/>
            <p:nvPr/>
          </p:nvSpPr>
          <p:spPr>
            <a:xfrm>
              <a:off x="593636" y="5504395"/>
              <a:ext cx="11000740" cy="622300"/>
            </a:xfrm>
            <a:custGeom>
              <a:avLst/>
              <a:gdLst/>
              <a:ahLst/>
              <a:cxnLst/>
              <a:rect l="l" t="t" r="r" b="b"/>
              <a:pathLst>
                <a:path w="11000740" h="622300">
                  <a:moveTo>
                    <a:pt x="38163" y="0"/>
                  </a:moveTo>
                  <a:lnTo>
                    <a:pt x="6489" y="23037"/>
                  </a:lnTo>
                  <a:lnTo>
                    <a:pt x="2527" y="29883"/>
                  </a:lnTo>
                  <a:lnTo>
                    <a:pt x="368" y="37807"/>
                  </a:lnTo>
                  <a:lnTo>
                    <a:pt x="0" y="584288"/>
                  </a:lnTo>
                  <a:lnTo>
                    <a:pt x="2158" y="592200"/>
                  </a:lnTo>
                  <a:lnTo>
                    <a:pt x="6121" y="599401"/>
                  </a:lnTo>
                  <a:lnTo>
                    <a:pt x="10083" y="606247"/>
                  </a:lnTo>
                  <a:lnTo>
                    <a:pt x="15849" y="612000"/>
                  </a:lnTo>
                  <a:lnTo>
                    <a:pt x="23037" y="615962"/>
                  </a:lnTo>
                  <a:lnTo>
                    <a:pt x="29883" y="619925"/>
                  </a:lnTo>
                  <a:lnTo>
                    <a:pt x="37807" y="622084"/>
                  </a:lnTo>
                  <a:lnTo>
                    <a:pt x="10962728" y="622084"/>
                  </a:lnTo>
                  <a:lnTo>
                    <a:pt x="10994402" y="599046"/>
                  </a:lnTo>
                  <a:lnTo>
                    <a:pt x="10998365" y="592200"/>
                  </a:lnTo>
                  <a:lnTo>
                    <a:pt x="11000524" y="584288"/>
                  </a:lnTo>
                  <a:lnTo>
                    <a:pt x="11000427" y="37807"/>
                  </a:lnTo>
                  <a:lnTo>
                    <a:pt x="10998365" y="30238"/>
                  </a:lnTo>
                  <a:lnTo>
                    <a:pt x="10994402" y="23037"/>
                  </a:lnTo>
                  <a:lnTo>
                    <a:pt x="10990440" y="16205"/>
                  </a:lnTo>
                  <a:lnTo>
                    <a:pt x="10984687" y="10439"/>
                  </a:lnTo>
                  <a:lnTo>
                    <a:pt x="10977486" y="6489"/>
                  </a:lnTo>
                  <a:lnTo>
                    <a:pt x="10970641" y="2527"/>
                  </a:lnTo>
                  <a:lnTo>
                    <a:pt x="10962728" y="368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93636" y="5504395"/>
              <a:ext cx="11000740" cy="622300"/>
            </a:xfrm>
            <a:custGeom>
              <a:avLst/>
              <a:gdLst/>
              <a:ahLst/>
              <a:cxnLst/>
              <a:rect l="l" t="t" r="r" b="b"/>
              <a:pathLst>
                <a:path w="11000740" h="622300">
                  <a:moveTo>
                    <a:pt x="368" y="45719"/>
                  </a:moveTo>
                  <a:lnTo>
                    <a:pt x="368" y="37807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49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10954804" y="368"/>
                  </a:lnTo>
                  <a:lnTo>
                    <a:pt x="10962728" y="368"/>
                  </a:lnTo>
                  <a:lnTo>
                    <a:pt x="10970641" y="2527"/>
                  </a:lnTo>
                  <a:lnTo>
                    <a:pt x="10977486" y="6489"/>
                  </a:lnTo>
                  <a:lnTo>
                    <a:pt x="10984687" y="10439"/>
                  </a:lnTo>
                  <a:lnTo>
                    <a:pt x="10990440" y="16205"/>
                  </a:lnTo>
                  <a:lnTo>
                    <a:pt x="10994402" y="23037"/>
                  </a:lnTo>
                  <a:lnTo>
                    <a:pt x="10998365" y="30238"/>
                  </a:lnTo>
                  <a:lnTo>
                    <a:pt x="11000524" y="38163"/>
                  </a:lnTo>
                  <a:lnTo>
                    <a:pt x="11000524" y="46088"/>
                  </a:lnTo>
                  <a:lnTo>
                    <a:pt x="11000524" y="576364"/>
                  </a:lnTo>
                  <a:lnTo>
                    <a:pt x="11000524" y="584288"/>
                  </a:lnTo>
                  <a:lnTo>
                    <a:pt x="10998365" y="592200"/>
                  </a:lnTo>
                  <a:lnTo>
                    <a:pt x="10994402" y="599046"/>
                  </a:lnTo>
                  <a:lnTo>
                    <a:pt x="10990440" y="606247"/>
                  </a:lnTo>
                  <a:lnTo>
                    <a:pt x="10984687" y="612000"/>
                  </a:lnTo>
                  <a:lnTo>
                    <a:pt x="10977841" y="615962"/>
                  </a:lnTo>
                  <a:lnTo>
                    <a:pt x="10970641" y="619925"/>
                  </a:lnTo>
                  <a:lnTo>
                    <a:pt x="10962728" y="622084"/>
                  </a:lnTo>
                  <a:lnTo>
                    <a:pt x="10954804" y="622084"/>
                  </a:lnTo>
                  <a:lnTo>
                    <a:pt x="45720" y="622084"/>
                  </a:lnTo>
                  <a:lnTo>
                    <a:pt x="37807" y="622084"/>
                  </a:lnTo>
                  <a:lnTo>
                    <a:pt x="29883" y="619925"/>
                  </a:lnTo>
                  <a:lnTo>
                    <a:pt x="23037" y="615962"/>
                  </a:lnTo>
                  <a:lnTo>
                    <a:pt x="15849" y="612000"/>
                  </a:lnTo>
                  <a:lnTo>
                    <a:pt x="10083" y="606247"/>
                  </a:lnTo>
                  <a:lnTo>
                    <a:pt x="6121" y="599401"/>
                  </a:lnTo>
                  <a:lnTo>
                    <a:pt x="2158" y="592200"/>
                  </a:lnTo>
                  <a:lnTo>
                    <a:pt x="0" y="584288"/>
                  </a:lnTo>
                  <a:lnTo>
                    <a:pt x="0" y="576364"/>
                  </a:lnTo>
                  <a:lnTo>
                    <a:pt x="368" y="45719"/>
                  </a:lnTo>
                  <a:close/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791540" y="5674944"/>
            <a:ext cx="125857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700" b="1" spc="3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3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K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319020" y="5643626"/>
            <a:ext cx="238633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86385" algn="l"/>
              </a:tabLst>
            </a:pPr>
            <a:r>
              <a:rPr sz="8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01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	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Register</a:t>
            </a:r>
            <a:r>
              <a:rPr sz="1200" spc="52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200" spc="67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customer</a:t>
            </a:r>
            <a:r>
              <a:rPr sz="1200" spc="52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or</a:t>
            </a:r>
            <a:r>
              <a:rPr sz="1200" spc="67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use</a:t>
            </a:r>
            <a:r>
              <a:rPr sz="1200" spc="67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200" spc="67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seeded</a:t>
            </a:r>
            <a:r>
              <a:rPr sz="1200" spc="67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spc="-3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admin</a:t>
            </a:r>
            <a:endParaRPr sz="1200" baseline="30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239435" y="5705640"/>
            <a:ext cx="3392170" cy="146050"/>
            <a:chOff x="5239435" y="5705640"/>
            <a:chExt cx="3392170" cy="146050"/>
          </a:xfrm>
        </p:grpSpPr>
        <p:pic>
          <p:nvPicPr>
            <p:cNvPr id="68" name="object 68" descr="arrow_forward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9435" y="5705640"/>
              <a:ext cx="145796" cy="145796"/>
            </a:xfrm>
            <a:prstGeom prst="rect">
              <a:avLst/>
            </a:prstGeom>
          </p:spPr>
        </p:pic>
        <p:pic>
          <p:nvPicPr>
            <p:cNvPr id="69" name="object 69" descr="arrow_forward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85555" y="5705640"/>
              <a:ext cx="145796" cy="145796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5565140" y="5643626"/>
            <a:ext cx="260985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86385" algn="l"/>
              </a:tabLst>
            </a:pPr>
            <a:r>
              <a:rPr sz="8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02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	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Authenticate</a:t>
            </a:r>
            <a:r>
              <a:rPr sz="1200" spc="82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with</a:t>
            </a:r>
            <a:r>
              <a:rPr sz="1200" spc="82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checkPassword()</a:t>
            </a:r>
            <a:r>
              <a:rPr sz="1200" spc="82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1200" spc="75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spc="-15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adminLogin()</a:t>
            </a:r>
            <a:endParaRPr sz="1200" baseline="30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811259" y="5643626"/>
            <a:ext cx="236220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86385" algn="l"/>
              </a:tabLst>
            </a:pPr>
            <a:r>
              <a:rPr sz="8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03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	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Route</a:t>
            </a:r>
            <a:r>
              <a:rPr sz="1200" spc="52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1200" spc="52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200" spc="52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dashboard</a:t>
            </a:r>
            <a:r>
              <a:rPr sz="1200" spc="6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allowed</a:t>
            </a:r>
            <a:r>
              <a:rPr sz="1200" spc="52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for</a:t>
            </a:r>
            <a:r>
              <a:rPr sz="1200" spc="44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that</a:t>
            </a:r>
            <a:r>
              <a:rPr sz="1200" spc="52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spc="-30" baseline="300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role</a:t>
            </a:r>
            <a:endParaRPr sz="1200" baseline="30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H</a:t>
            </a:r>
            <a:r>
              <a:rPr spc="-5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S</a:t>
            </a:r>
            <a:r>
              <a:rPr spc="320" dirty="0"/>
              <a:t> </a:t>
            </a:r>
            <a:r>
              <a:rPr dirty="0"/>
              <a:t>·</a:t>
            </a:r>
            <a:r>
              <a:rPr spc="325" dirty="0"/>
              <a:t> </a:t>
            </a:r>
            <a:r>
              <a:rPr dirty="0"/>
              <a:t>H</a:t>
            </a:r>
            <a:r>
              <a:rPr spc="-4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L</a:t>
            </a:r>
            <a:r>
              <a:rPr spc="32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T</a:t>
            </a:r>
            <a:r>
              <a:rPr spc="32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Y</a:t>
            </a:r>
            <a:r>
              <a:rPr spc="-5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spc="-50" dirty="0"/>
              <a:t>M</a:t>
            </a:r>
            <a:endParaRPr spc="-50" dirty="0"/>
          </a:p>
        </p:txBody>
      </p:sp>
      <p:sp>
        <p:nvSpPr>
          <p:cNvPr id="75" name="object 7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C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+</a:t>
            </a:r>
            <a:r>
              <a:rPr spc="320" dirty="0"/>
              <a:t> </a:t>
            </a:r>
            <a:r>
              <a:rPr dirty="0"/>
              <a:t>C</a:t>
            </a:r>
            <a:r>
              <a:rPr spc="-50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N</a:t>
            </a:r>
            <a:r>
              <a:rPr spc="-40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3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C</a:t>
            </a:r>
            <a:r>
              <a:rPr spc="-45" dirty="0"/>
              <a:t> </a:t>
            </a:r>
            <a:r>
              <a:rPr spc="60" dirty="0"/>
              <a:t>AT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N</a:t>
            </a:r>
            <a:endParaRPr spc="-50" dirty="0"/>
          </a:p>
        </p:txBody>
      </p:sp>
      <p:sp>
        <p:nvSpPr>
          <p:cNvPr id="73" name="object 73"/>
          <p:cNvSpPr txBox="1"/>
          <p:nvPr/>
        </p:nvSpPr>
        <p:spPr>
          <a:xfrm>
            <a:off x="11174653" y="6517314"/>
            <a:ext cx="432434" cy="1593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07</a:t>
            </a:r>
            <a:r>
              <a:rPr sz="800" b="1" spc="229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800" b="1" spc="2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-355"/>
            <a:ext cx="12192000" cy="6858000"/>
            <a:chOff x="-355" y="-355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-355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73" y="6857631"/>
                  </a:lnTo>
                  <a:lnTo>
                    <a:pt x="6095873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B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1555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A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1479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8F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47403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63314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85" y="6857631"/>
                  </a:lnTo>
                  <a:lnTo>
                    <a:pt x="6095885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237" y="-355"/>
              <a:ext cx="4064635" cy="6858000"/>
            </a:xfrm>
            <a:custGeom>
              <a:avLst/>
              <a:gdLst/>
              <a:ahLst/>
              <a:cxnLst/>
              <a:rect l="l" t="t" r="r" b="b"/>
              <a:pathLst>
                <a:path w="4064634" h="6858000">
                  <a:moveTo>
                    <a:pt x="0" y="6857631"/>
                  </a:moveTo>
                  <a:lnTo>
                    <a:pt x="4064038" y="6857631"/>
                  </a:lnTo>
                  <a:lnTo>
                    <a:pt x="4064038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6F0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5517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6095517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6095517" y="6857631"/>
                  </a:lnTo>
                  <a:lnTo>
                    <a:pt x="6095517" y="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11441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4E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2736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4063669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4063669" y="6857631"/>
                  </a:lnTo>
                  <a:lnTo>
                    <a:pt x="4063669" y="0"/>
                  </a:lnTo>
                  <a:close/>
                </a:path>
              </a:pathLst>
            </a:custGeom>
            <a:solidFill>
              <a:srgbClr val="F3EC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143276" y="-355"/>
              <a:ext cx="3048000" cy="6858000"/>
            </a:xfrm>
            <a:custGeom>
              <a:avLst/>
              <a:gdLst/>
              <a:ahLst/>
              <a:cxnLst/>
              <a:rect l="l" t="t" r="r" b="b"/>
              <a:pathLst>
                <a:path w="3048000" h="6858000">
                  <a:moveTo>
                    <a:pt x="3047758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3047758" y="6857631"/>
                  </a:lnTo>
                  <a:lnTo>
                    <a:pt x="3047758" y="0"/>
                  </a:lnTo>
                  <a:close/>
                </a:path>
              </a:pathLst>
            </a:custGeom>
            <a:solidFill>
              <a:srgbClr val="F1E9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159200" y="-355"/>
              <a:ext cx="2032000" cy="6858000"/>
            </a:xfrm>
            <a:custGeom>
              <a:avLst/>
              <a:gdLst/>
              <a:ahLst/>
              <a:cxnLst/>
              <a:rect l="l" t="t" r="r" b="b"/>
              <a:pathLst>
                <a:path w="2032000" h="6858000">
                  <a:moveTo>
                    <a:pt x="2031834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031834" y="6857631"/>
                  </a:lnTo>
                  <a:lnTo>
                    <a:pt x="2031834" y="0"/>
                  </a:lnTo>
                  <a:close/>
                </a:path>
              </a:pathLst>
            </a:custGeom>
            <a:solidFill>
              <a:srgbClr val="F0E9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175123" y="-355"/>
              <a:ext cx="1016000" cy="6858000"/>
            </a:xfrm>
            <a:custGeom>
              <a:avLst/>
              <a:gdLst/>
              <a:ahLst/>
              <a:cxnLst/>
              <a:rect l="l" t="t" r="r" b="b"/>
              <a:pathLst>
                <a:path w="1016000" h="6858000">
                  <a:moveTo>
                    <a:pt x="101591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1015911" y="6857631"/>
                  </a:lnTo>
                  <a:lnTo>
                    <a:pt x="1015911" y="0"/>
                  </a:lnTo>
                  <a:close/>
                </a:path>
              </a:pathLst>
            </a:custGeom>
            <a:solidFill>
              <a:srgbClr val="F0E6D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81304" y="353415"/>
            <a:ext cx="237109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3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b="1" spc="4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9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900" b="1" spc="4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V</a:t>
            </a:r>
            <a:r>
              <a:rPr sz="9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A1A2B"/>
                </a:solidFill>
              </a:rPr>
              <a:t>Every</a:t>
            </a:r>
            <a:r>
              <a:rPr spc="-10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room,</a:t>
            </a:r>
            <a:r>
              <a:rPr spc="-10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every</a:t>
            </a:r>
            <a:r>
              <a:rPr spc="-9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status,</a:t>
            </a:r>
            <a:r>
              <a:rPr spc="-10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one</a:t>
            </a:r>
            <a:r>
              <a:rPr spc="-9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source</a:t>
            </a:r>
            <a:r>
              <a:rPr spc="-9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of</a:t>
            </a:r>
            <a:r>
              <a:rPr spc="-100" dirty="0">
                <a:solidFill>
                  <a:srgbClr val="0A1A2B"/>
                </a:solidFill>
              </a:rPr>
              <a:t> </a:t>
            </a:r>
            <a:r>
              <a:rPr spc="-10" dirty="0">
                <a:solidFill>
                  <a:srgbClr val="0A1A2B"/>
                </a:solidFill>
              </a:rPr>
              <a:t>truth.</a:t>
            </a:r>
            <a:endParaRPr spc="-10" dirty="0">
              <a:solidFill>
                <a:srgbClr val="0A1A2B"/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304" y="1240459"/>
            <a:ext cx="7713345" cy="205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records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carry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inventory,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pricing,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occupancy,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guest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data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—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so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availability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billing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never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drift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apart.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4359" y="1645920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935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594359" y="1774075"/>
            <a:ext cx="3547745" cy="1755775"/>
            <a:chOff x="594359" y="1774075"/>
            <a:chExt cx="3547745" cy="1755775"/>
          </a:xfrm>
        </p:grpSpPr>
        <p:pic>
          <p:nvPicPr>
            <p:cNvPr id="20" name="object 20" descr="Standard room interior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4359" y="1774075"/>
              <a:ext cx="3547440" cy="118836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4359" y="2962795"/>
              <a:ext cx="3547745" cy="567055"/>
            </a:xfrm>
            <a:custGeom>
              <a:avLst/>
              <a:gdLst/>
              <a:ahLst/>
              <a:cxnLst/>
              <a:rect l="l" t="t" r="r" b="b"/>
              <a:pathLst>
                <a:path w="3547745" h="567054">
                  <a:moveTo>
                    <a:pt x="3547440" y="0"/>
                  </a:moveTo>
                  <a:lnTo>
                    <a:pt x="0" y="0"/>
                  </a:lnTo>
                  <a:lnTo>
                    <a:pt x="0" y="566648"/>
                  </a:lnTo>
                  <a:lnTo>
                    <a:pt x="1773720" y="566648"/>
                  </a:lnTo>
                  <a:lnTo>
                    <a:pt x="3547440" y="566648"/>
                  </a:lnTo>
                  <a:lnTo>
                    <a:pt x="3547440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722160" y="1901520"/>
            <a:ext cx="822960" cy="210820"/>
          </a:xfrm>
          <a:custGeom>
            <a:avLst/>
            <a:gdLst/>
            <a:ahLst/>
            <a:cxnLst/>
            <a:rect l="l" t="t" r="r" b="b"/>
            <a:pathLst>
              <a:path w="822960" h="210819">
                <a:moveTo>
                  <a:pt x="717842" y="0"/>
                </a:moveTo>
                <a:lnTo>
                  <a:pt x="105117" y="0"/>
                </a:lnTo>
                <a:lnTo>
                  <a:pt x="91386" y="876"/>
                </a:lnTo>
                <a:lnTo>
                  <a:pt x="52565" y="14033"/>
                </a:lnTo>
                <a:lnTo>
                  <a:pt x="21784" y="41176"/>
                </a:lnTo>
                <a:lnTo>
                  <a:pt x="3508" y="77893"/>
                </a:lnTo>
                <a:lnTo>
                  <a:pt x="0" y="105117"/>
                </a:lnTo>
                <a:lnTo>
                  <a:pt x="876" y="118849"/>
                </a:lnTo>
                <a:lnTo>
                  <a:pt x="14046" y="157683"/>
                </a:lnTo>
                <a:lnTo>
                  <a:pt x="41176" y="188462"/>
                </a:lnTo>
                <a:lnTo>
                  <a:pt x="77893" y="206729"/>
                </a:lnTo>
                <a:lnTo>
                  <a:pt x="105117" y="210235"/>
                </a:lnTo>
                <a:lnTo>
                  <a:pt x="717842" y="210235"/>
                </a:lnTo>
                <a:lnTo>
                  <a:pt x="758082" y="202343"/>
                </a:lnTo>
                <a:lnTo>
                  <a:pt x="792087" y="179371"/>
                </a:lnTo>
                <a:lnTo>
                  <a:pt x="815057" y="145365"/>
                </a:lnTo>
                <a:lnTo>
                  <a:pt x="822960" y="105117"/>
                </a:lnTo>
                <a:lnTo>
                  <a:pt x="822081" y="91386"/>
                </a:lnTo>
                <a:lnTo>
                  <a:pt x="808913" y="52565"/>
                </a:lnTo>
                <a:lnTo>
                  <a:pt x="781783" y="21779"/>
                </a:lnTo>
                <a:lnTo>
                  <a:pt x="745061" y="3506"/>
                </a:lnTo>
                <a:lnTo>
                  <a:pt x="717842" y="0"/>
                </a:lnTo>
                <a:close/>
              </a:path>
            </a:pathLst>
          </a:custGeom>
          <a:solidFill>
            <a:srgbClr val="0A1A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81633" y="1943531"/>
            <a:ext cx="515620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650" b="1" spc="40" dirty="0">
                <a:solidFill>
                  <a:srgbClr val="3E7C62"/>
                </a:solidFill>
                <a:latin typeface="Segoe UI" panose="020B0502040204020203"/>
                <a:cs typeface="Segoe UI" panose="020B0502040204020203"/>
              </a:rPr>
              <a:t>AVAILABLE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0155" y="2997548"/>
            <a:ext cx="650875" cy="36576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r>
              <a:rPr sz="115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Standard</a:t>
            </a:r>
            <a:endParaRPr sz="11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205"/>
              </a:spcBef>
            </a:pP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650" b="1" spc="3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650" b="1" spc="-4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1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58324" y="3005188"/>
            <a:ext cx="57594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800" b="1" spc="-209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₹1</a:t>
            </a:r>
            <a:r>
              <a:rPr sz="650" b="1" spc="-14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800" b="1" spc="-195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,</a:t>
            </a:r>
            <a:r>
              <a:rPr sz="650" b="1" spc="-3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1800" b="1" spc="-359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5</a:t>
            </a:r>
            <a:r>
              <a:rPr sz="650" b="1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1800" b="1" spc="-975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650" b="1" spc="-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1800" b="1" spc="-142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65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0580" y="1770295"/>
            <a:ext cx="3555365" cy="1763395"/>
            <a:chOff x="590580" y="1770295"/>
            <a:chExt cx="3555365" cy="1763395"/>
          </a:xfrm>
        </p:grpSpPr>
        <p:sp>
          <p:nvSpPr>
            <p:cNvPr id="27" name="object 27"/>
            <p:cNvSpPr/>
            <p:nvPr/>
          </p:nvSpPr>
          <p:spPr>
            <a:xfrm>
              <a:off x="804240" y="197928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9514" y="0"/>
                  </a:moveTo>
                  <a:lnTo>
                    <a:pt x="20878" y="0"/>
                  </a:lnTo>
                  <a:lnTo>
                    <a:pt x="16560" y="1079"/>
                  </a:lnTo>
                  <a:lnTo>
                    <a:pt x="0" y="20878"/>
                  </a:lnTo>
                  <a:lnTo>
                    <a:pt x="0" y="25196"/>
                  </a:lnTo>
                  <a:lnTo>
                    <a:pt x="0" y="29514"/>
                  </a:lnTo>
                  <a:lnTo>
                    <a:pt x="20878" y="50393"/>
                  </a:lnTo>
                  <a:lnTo>
                    <a:pt x="29514" y="50393"/>
                  </a:lnTo>
                  <a:lnTo>
                    <a:pt x="50393" y="29514"/>
                  </a:lnTo>
                  <a:lnTo>
                    <a:pt x="50393" y="20878"/>
                  </a:lnTo>
                  <a:lnTo>
                    <a:pt x="33845" y="1079"/>
                  </a:lnTo>
                  <a:lnTo>
                    <a:pt x="29514" y="0"/>
                  </a:lnTo>
                  <a:close/>
                </a:path>
              </a:pathLst>
            </a:custGeom>
            <a:solidFill>
              <a:srgbClr val="3E7C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94360" y="1774075"/>
              <a:ext cx="3547745" cy="1755775"/>
            </a:xfrm>
            <a:custGeom>
              <a:avLst/>
              <a:gdLst/>
              <a:ahLst/>
              <a:cxnLst/>
              <a:rect l="l" t="t" r="r" b="b"/>
              <a:pathLst>
                <a:path w="3547745" h="1755775">
                  <a:moveTo>
                    <a:pt x="1773720" y="1755368"/>
                  </a:moveTo>
                  <a:lnTo>
                    <a:pt x="0" y="1755368"/>
                  </a:lnTo>
                  <a:lnTo>
                    <a:pt x="0" y="0"/>
                  </a:lnTo>
                  <a:lnTo>
                    <a:pt x="3547440" y="0"/>
                  </a:lnTo>
                  <a:lnTo>
                    <a:pt x="3547440" y="1755368"/>
                  </a:lnTo>
                  <a:lnTo>
                    <a:pt x="1773720" y="1755368"/>
                  </a:lnTo>
                  <a:close/>
                </a:path>
              </a:pathLst>
            </a:custGeom>
            <a:ln w="7559">
              <a:solidFill>
                <a:srgbClr val="D6C7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4316044" y="1774075"/>
            <a:ext cx="3547745" cy="1755775"/>
            <a:chOff x="4316044" y="1774075"/>
            <a:chExt cx="3547745" cy="1755775"/>
          </a:xfrm>
        </p:grpSpPr>
        <p:pic>
          <p:nvPicPr>
            <p:cNvPr id="30" name="object 30" descr="Deluxe room interior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6044" y="1774075"/>
              <a:ext cx="3547440" cy="118836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316044" y="2962795"/>
              <a:ext cx="3547745" cy="567055"/>
            </a:xfrm>
            <a:custGeom>
              <a:avLst/>
              <a:gdLst/>
              <a:ahLst/>
              <a:cxnLst/>
              <a:rect l="l" t="t" r="r" b="b"/>
              <a:pathLst>
                <a:path w="3547745" h="567054">
                  <a:moveTo>
                    <a:pt x="3547440" y="0"/>
                  </a:moveTo>
                  <a:lnTo>
                    <a:pt x="0" y="0"/>
                  </a:lnTo>
                  <a:lnTo>
                    <a:pt x="0" y="566648"/>
                  </a:lnTo>
                  <a:lnTo>
                    <a:pt x="1773720" y="566648"/>
                  </a:lnTo>
                  <a:lnTo>
                    <a:pt x="3547440" y="566648"/>
                  </a:lnTo>
                  <a:lnTo>
                    <a:pt x="3547440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/>
          <p:nvPr/>
        </p:nvSpPr>
        <p:spPr>
          <a:xfrm>
            <a:off x="4443476" y="1901520"/>
            <a:ext cx="822960" cy="210820"/>
          </a:xfrm>
          <a:custGeom>
            <a:avLst/>
            <a:gdLst/>
            <a:ahLst/>
            <a:cxnLst/>
            <a:rect l="l" t="t" r="r" b="b"/>
            <a:pathLst>
              <a:path w="822960" h="210819">
                <a:moveTo>
                  <a:pt x="717842" y="0"/>
                </a:moveTo>
                <a:lnTo>
                  <a:pt x="105117" y="0"/>
                </a:lnTo>
                <a:lnTo>
                  <a:pt x="91391" y="876"/>
                </a:lnTo>
                <a:lnTo>
                  <a:pt x="52565" y="14033"/>
                </a:lnTo>
                <a:lnTo>
                  <a:pt x="21786" y="41176"/>
                </a:lnTo>
                <a:lnTo>
                  <a:pt x="3513" y="77893"/>
                </a:lnTo>
                <a:lnTo>
                  <a:pt x="0" y="105117"/>
                </a:lnTo>
                <a:lnTo>
                  <a:pt x="878" y="118849"/>
                </a:lnTo>
                <a:lnTo>
                  <a:pt x="14046" y="157683"/>
                </a:lnTo>
                <a:lnTo>
                  <a:pt x="41181" y="188462"/>
                </a:lnTo>
                <a:lnTo>
                  <a:pt x="77898" y="206729"/>
                </a:lnTo>
                <a:lnTo>
                  <a:pt x="105117" y="210235"/>
                </a:lnTo>
                <a:lnTo>
                  <a:pt x="717842" y="210235"/>
                </a:lnTo>
                <a:lnTo>
                  <a:pt x="758089" y="202343"/>
                </a:lnTo>
                <a:lnTo>
                  <a:pt x="792095" y="179371"/>
                </a:lnTo>
                <a:lnTo>
                  <a:pt x="815067" y="145365"/>
                </a:lnTo>
                <a:lnTo>
                  <a:pt x="822960" y="105117"/>
                </a:lnTo>
                <a:lnTo>
                  <a:pt x="822083" y="91386"/>
                </a:lnTo>
                <a:lnTo>
                  <a:pt x="808926" y="52565"/>
                </a:lnTo>
                <a:lnTo>
                  <a:pt x="781790" y="21779"/>
                </a:lnTo>
                <a:lnTo>
                  <a:pt x="745067" y="3506"/>
                </a:lnTo>
                <a:lnTo>
                  <a:pt x="717842" y="0"/>
                </a:lnTo>
                <a:close/>
              </a:path>
            </a:pathLst>
          </a:custGeom>
          <a:solidFill>
            <a:srgbClr val="0A1A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662716" y="1943531"/>
            <a:ext cx="397510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650" b="1" spc="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BOOKED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61840" y="2997548"/>
            <a:ext cx="562610" cy="36576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r>
              <a:rPr sz="115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Deluxe</a:t>
            </a:r>
            <a:endParaRPr sz="11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205"/>
              </a:spcBef>
            </a:pP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650" b="1" spc="3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650" b="1" spc="-4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2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79995" y="3005188"/>
            <a:ext cx="57594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800" b="1" spc="-209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₹2</a:t>
            </a:r>
            <a:r>
              <a:rPr sz="650" b="1" spc="-14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800" b="1" spc="-195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,</a:t>
            </a:r>
            <a:r>
              <a:rPr sz="650" b="1" spc="-3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1800" b="1" spc="-359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5</a:t>
            </a:r>
            <a:r>
              <a:rPr sz="650" b="1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1800" b="1" spc="-975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650" b="1" spc="-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1800" b="1" spc="-142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65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312264" y="1770295"/>
            <a:ext cx="3555365" cy="1763395"/>
            <a:chOff x="4312264" y="1770295"/>
            <a:chExt cx="3555365" cy="1763395"/>
          </a:xfrm>
        </p:grpSpPr>
        <p:sp>
          <p:nvSpPr>
            <p:cNvPr id="37" name="object 37"/>
            <p:cNvSpPr/>
            <p:nvPr/>
          </p:nvSpPr>
          <p:spPr>
            <a:xfrm>
              <a:off x="4525924" y="197928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9514" y="0"/>
                  </a:moveTo>
                  <a:lnTo>
                    <a:pt x="20878" y="0"/>
                  </a:lnTo>
                  <a:lnTo>
                    <a:pt x="16560" y="1079"/>
                  </a:lnTo>
                  <a:lnTo>
                    <a:pt x="0" y="20878"/>
                  </a:lnTo>
                  <a:lnTo>
                    <a:pt x="0" y="25196"/>
                  </a:lnTo>
                  <a:lnTo>
                    <a:pt x="0" y="29514"/>
                  </a:lnTo>
                  <a:lnTo>
                    <a:pt x="20878" y="50393"/>
                  </a:lnTo>
                  <a:lnTo>
                    <a:pt x="29514" y="50393"/>
                  </a:lnTo>
                  <a:lnTo>
                    <a:pt x="50393" y="29514"/>
                  </a:lnTo>
                  <a:lnTo>
                    <a:pt x="50393" y="20878"/>
                  </a:lnTo>
                  <a:lnTo>
                    <a:pt x="33832" y="1079"/>
                  </a:lnTo>
                  <a:lnTo>
                    <a:pt x="29514" y="0"/>
                  </a:lnTo>
                  <a:close/>
                </a:path>
              </a:pathLst>
            </a:custGeom>
            <a:solidFill>
              <a:srgbClr val="C5A0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316044" y="1774075"/>
              <a:ext cx="3547745" cy="1755775"/>
            </a:xfrm>
            <a:custGeom>
              <a:avLst/>
              <a:gdLst/>
              <a:ahLst/>
              <a:cxnLst/>
              <a:rect l="l" t="t" r="r" b="b"/>
              <a:pathLst>
                <a:path w="3547745" h="1755775">
                  <a:moveTo>
                    <a:pt x="1773720" y="1755368"/>
                  </a:moveTo>
                  <a:lnTo>
                    <a:pt x="0" y="1755368"/>
                  </a:lnTo>
                  <a:lnTo>
                    <a:pt x="0" y="0"/>
                  </a:lnTo>
                  <a:lnTo>
                    <a:pt x="3547440" y="0"/>
                  </a:lnTo>
                  <a:lnTo>
                    <a:pt x="3547440" y="1755368"/>
                  </a:lnTo>
                  <a:lnTo>
                    <a:pt x="1773720" y="1755368"/>
                  </a:lnTo>
                  <a:close/>
                </a:path>
              </a:pathLst>
            </a:custGeom>
            <a:ln w="7559">
              <a:solidFill>
                <a:srgbClr val="D6C7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8037715" y="1774075"/>
            <a:ext cx="3547745" cy="1755775"/>
            <a:chOff x="8037715" y="1774075"/>
            <a:chExt cx="3547745" cy="1755775"/>
          </a:xfrm>
        </p:grpSpPr>
        <p:pic>
          <p:nvPicPr>
            <p:cNvPr id="40" name="object 40" descr="Suite room interior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37715" y="1774075"/>
              <a:ext cx="3547440" cy="118836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037715" y="2962795"/>
              <a:ext cx="3547745" cy="567055"/>
            </a:xfrm>
            <a:custGeom>
              <a:avLst/>
              <a:gdLst/>
              <a:ahLst/>
              <a:cxnLst/>
              <a:rect l="l" t="t" r="r" b="b"/>
              <a:pathLst>
                <a:path w="3547745" h="567054">
                  <a:moveTo>
                    <a:pt x="3547440" y="0"/>
                  </a:moveTo>
                  <a:lnTo>
                    <a:pt x="0" y="0"/>
                  </a:lnTo>
                  <a:lnTo>
                    <a:pt x="0" y="566648"/>
                  </a:lnTo>
                  <a:lnTo>
                    <a:pt x="1773720" y="566648"/>
                  </a:lnTo>
                  <a:lnTo>
                    <a:pt x="3547440" y="566648"/>
                  </a:lnTo>
                  <a:lnTo>
                    <a:pt x="3547440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8165160" y="1901520"/>
            <a:ext cx="822960" cy="210820"/>
          </a:xfrm>
          <a:custGeom>
            <a:avLst/>
            <a:gdLst/>
            <a:ahLst/>
            <a:cxnLst/>
            <a:rect l="l" t="t" r="r" b="b"/>
            <a:pathLst>
              <a:path w="822959" h="210819">
                <a:moveTo>
                  <a:pt x="717842" y="0"/>
                </a:moveTo>
                <a:lnTo>
                  <a:pt x="105117" y="0"/>
                </a:lnTo>
                <a:lnTo>
                  <a:pt x="91386" y="876"/>
                </a:lnTo>
                <a:lnTo>
                  <a:pt x="52565" y="14033"/>
                </a:lnTo>
                <a:lnTo>
                  <a:pt x="21779" y="41176"/>
                </a:lnTo>
                <a:lnTo>
                  <a:pt x="3506" y="77893"/>
                </a:lnTo>
                <a:lnTo>
                  <a:pt x="0" y="105117"/>
                </a:lnTo>
                <a:lnTo>
                  <a:pt x="876" y="118849"/>
                </a:lnTo>
                <a:lnTo>
                  <a:pt x="14033" y="157683"/>
                </a:lnTo>
                <a:lnTo>
                  <a:pt x="41176" y="188462"/>
                </a:lnTo>
                <a:lnTo>
                  <a:pt x="77893" y="206729"/>
                </a:lnTo>
                <a:lnTo>
                  <a:pt x="105117" y="210235"/>
                </a:lnTo>
                <a:lnTo>
                  <a:pt x="717842" y="210235"/>
                </a:lnTo>
                <a:lnTo>
                  <a:pt x="758082" y="202343"/>
                </a:lnTo>
                <a:lnTo>
                  <a:pt x="792087" y="179371"/>
                </a:lnTo>
                <a:lnTo>
                  <a:pt x="815057" y="145365"/>
                </a:lnTo>
                <a:lnTo>
                  <a:pt x="822959" y="105117"/>
                </a:lnTo>
                <a:lnTo>
                  <a:pt x="822081" y="91386"/>
                </a:lnTo>
                <a:lnTo>
                  <a:pt x="808913" y="52565"/>
                </a:lnTo>
                <a:lnTo>
                  <a:pt x="781783" y="21779"/>
                </a:lnTo>
                <a:lnTo>
                  <a:pt x="745061" y="3506"/>
                </a:lnTo>
                <a:lnTo>
                  <a:pt x="717842" y="0"/>
                </a:lnTo>
                <a:close/>
              </a:path>
            </a:pathLst>
          </a:custGeom>
          <a:solidFill>
            <a:srgbClr val="0A1A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8325002" y="1943531"/>
            <a:ext cx="515620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650" b="1" spc="40" dirty="0">
                <a:solidFill>
                  <a:srgbClr val="3E7C62"/>
                </a:solidFill>
                <a:latin typeface="Segoe UI" panose="020B0502040204020203"/>
                <a:cs typeface="Segoe UI" panose="020B0502040204020203"/>
              </a:rPr>
              <a:t>AVAILABLE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83524" y="2997548"/>
            <a:ext cx="562610" cy="36576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r>
              <a:rPr sz="115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Suite</a:t>
            </a:r>
            <a:endParaRPr sz="11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205"/>
              </a:spcBef>
            </a:pP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650" b="1" spc="3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650" b="1" spc="-4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3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901680" y="3005188"/>
            <a:ext cx="57531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800" b="1" spc="-209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₹4</a:t>
            </a:r>
            <a:r>
              <a:rPr sz="650" b="1" spc="-14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65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800" b="1" spc="-202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,</a:t>
            </a:r>
            <a:r>
              <a:rPr sz="650" b="1" spc="-39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1800" b="1" spc="-359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650" b="1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1800" b="1" spc="-982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6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650" b="1" spc="-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1800" b="1" spc="-142" baseline="-900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650" b="1" spc="-9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033935" y="1770295"/>
            <a:ext cx="3555365" cy="1763395"/>
            <a:chOff x="8033935" y="1770295"/>
            <a:chExt cx="3555365" cy="1763395"/>
          </a:xfrm>
        </p:grpSpPr>
        <p:sp>
          <p:nvSpPr>
            <p:cNvPr id="47" name="object 47"/>
            <p:cNvSpPr/>
            <p:nvPr/>
          </p:nvSpPr>
          <p:spPr>
            <a:xfrm>
              <a:off x="8247596" y="197928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9527" y="0"/>
                  </a:moveTo>
                  <a:lnTo>
                    <a:pt x="20878" y="0"/>
                  </a:lnTo>
                  <a:lnTo>
                    <a:pt x="16560" y="1079"/>
                  </a:lnTo>
                  <a:lnTo>
                    <a:pt x="0" y="20878"/>
                  </a:lnTo>
                  <a:lnTo>
                    <a:pt x="0" y="25196"/>
                  </a:lnTo>
                  <a:lnTo>
                    <a:pt x="0" y="29514"/>
                  </a:lnTo>
                  <a:lnTo>
                    <a:pt x="20878" y="50393"/>
                  </a:lnTo>
                  <a:lnTo>
                    <a:pt x="29527" y="50393"/>
                  </a:lnTo>
                  <a:lnTo>
                    <a:pt x="50406" y="29514"/>
                  </a:lnTo>
                  <a:lnTo>
                    <a:pt x="50406" y="20878"/>
                  </a:lnTo>
                  <a:lnTo>
                    <a:pt x="33845" y="1079"/>
                  </a:lnTo>
                  <a:lnTo>
                    <a:pt x="29527" y="0"/>
                  </a:lnTo>
                  <a:close/>
                </a:path>
              </a:pathLst>
            </a:custGeom>
            <a:solidFill>
              <a:srgbClr val="3E7C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037715" y="1774075"/>
              <a:ext cx="3547745" cy="1755775"/>
            </a:xfrm>
            <a:custGeom>
              <a:avLst/>
              <a:gdLst/>
              <a:ahLst/>
              <a:cxnLst/>
              <a:rect l="l" t="t" r="r" b="b"/>
              <a:pathLst>
                <a:path w="3547745" h="1755775">
                  <a:moveTo>
                    <a:pt x="1773720" y="1755368"/>
                  </a:moveTo>
                  <a:lnTo>
                    <a:pt x="0" y="1755368"/>
                  </a:lnTo>
                  <a:lnTo>
                    <a:pt x="0" y="0"/>
                  </a:lnTo>
                  <a:lnTo>
                    <a:pt x="3547440" y="0"/>
                  </a:lnTo>
                  <a:lnTo>
                    <a:pt x="3547440" y="1755368"/>
                  </a:lnTo>
                  <a:lnTo>
                    <a:pt x="1773720" y="1755368"/>
                  </a:lnTo>
                  <a:close/>
                </a:path>
              </a:pathLst>
            </a:custGeom>
            <a:ln w="7559">
              <a:solidFill>
                <a:srgbClr val="D6C7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/>
          <p:cNvGrpSpPr/>
          <p:nvPr/>
        </p:nvGrpSpPr>
        <p:grpSpPr>
          <a:xfrm>
            <a:off x="590224" y="3680820"/>
            <a:ext cx="5540375" cy="2312670"/>
            <a:chOff x="590224" y="3680820"/>
            <a:chExt cx="5540375" cy="2312670"/>
          </a:xfrm>
        </p:grpSpPr>
        <p:sp>
          <p:nvSpPr>
            <p:cNvPr id="50" name="object 50"/>
            <p:cNvSpPr/>
            <p:nvPr/>
          </p:nvSpPr>
          <p:spPr>
            <a:xfrm>
              <a:off x="594004" y="3684600"/>
              <a:ext cx="5532755" cy="2305050"/>
            </a:xfrm>
            <a:custGeom>
              <a:avLst/>
              <a:gdLst/>
              <a:ahLst/>
              <a:cxnLst/>
              <a:rect l="l" t="t" r="r" b="b"/>
              <a:pathLst>
                <a:path w="5532755" h="2305050">
                  <a:moveTo>
                    <a:pt x="26631" y="0"/>
                  </a:moveTo>
                  <a:lnTo>
                    <a:pt x="4673" y="16205"/>
                  </a:lnTo>
                  <a:lnTo>
                    <a:pt x="1790" y="20878"/>
                  </a:lnTo>
                  <a:lnTo>
                    <a:pt x="355" y="26276"/>
                  </a:lnTo>
                  <a:lnTo>
                    <a:pt x="0" y="2278443"/>
                  </a:lnTo>
                  <a:lnTo>
                    <a:pt x="1435" y="2283841"/>
                  </a:lnTo>
                  <a:lnTo>
                    <a:pt x="4318" y="2288882"/>
                  </a:lnTo>
                  <a:lnTo>
                    <a:pt x="7200" y="2293556"/>
                  </a:lnTo>
                  <a:lnTo>
                    <a:pt x="11150" y="2297518"/>
                  </a:lnTo>
                  <a:lnTo>
                    <a:pt x="16192" y="2300401"/>
                  </a:lnTo>
                  <a:lnTo>
                    <a:pt x="20878" y="2303284"/>
                  </a:lnTo>
                  <a:lnTo>
                    <a:pt x="26276" y="2304719"/>
                  </a:lnTo>
                  <a:lnTo>
                    <a:pt x="5506199" y="2304719"/>
                  </a:lnTo>
                  <a:lnTo>
                    <a:pt x="5528157" y="2288514"/>
                  </a:lnTo>
                  <a:lnTo>
                    <a:pt x="5531040" y="2283841"/>
                  </a:lnTo>
                  <a:lnTo>
                    <a:pt x="5532475" y="2278443"/>
                  </a:lnTo>
                  <a:lnTo>
                    <a:pt x="5532377" y="26276"/>
                  </a:lnTo>
                  <a:lnTo>
                    <a:pt x="5531040" y="21234"/>
                  </a:lnTo>
                  <a:lnTo>
                    <a:pt x="5528157" y="16205"/>
                  </a:lnTo>
                  <a:lnTo>
                    <a:pt x="5525274" y="11518"/>
                  </a:lnTo>
                  <a:lnTo>
                    <a:pt x="5521312" y="7556"/>
                  </a:lnTo>
                  <a:lnTo>
                    <a:pt x="5516270" y="4673"/>
                  </a:lnTo>
                  <a:lnTo>
                    <a:pt x="5511596" y="1803"/>
                  </a:lnTo>
                  <a:lnTo>
                    <a:pt x="5506199" y="355"/>
                  </a:lnTo>
                  <a:lnTo>
                    <a:pt x="26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94004" y="3684600"/>
              <a:ext cx="5532755" cy="2305050"/>
            </a:xfrm>
            <a:custGeom>
              <a:avLst/>
              <a:gdLst/>
              <a:ahLst/>
              <a:cxnLst/>
              <a:rect l="l" t="t" r="r" b="b"/>
              <a:pathLst>
                <a:path w="5532755" h="2305050">
                  <a:moveTo>
                    <a:pt x="355" y="32042"/>
                  </a:moveTo>
                  <a:lnTo>
                    <a:pt x="355" y="26276"/>
                  </a:lnTo>
                  <a:lnTo>
                    <a:pt x="1790" y="20878"/>
                  </a:lnTo>
                  <a:lnTo>
                    <a:pt x="4673" y="16205"/>
                  </a:lnTo>
                  <a:lnTo>
                    <a:pt x="7556" y="11163"/>
                  </a:lnTo>
                  <a:lnTo>
                    <a:pt x="11518" y="7200"/>
                  </a:lnTo>
                  <a:lnTo>
                    <a:pt x="16192" y="4318"/>
                  </a:lnTo>
                  <a:lnTo>
                    <a:pt x="21234" y="1435"/>
                  </a:lnTo>
                  <a:lnTo>
                    <a:pt x="26631" y="0"/>
                  </a:lnTo>
                  <a:lnTo>
                    <a:pt x="32397" y="0"/>
                  </a:lnTo>
                  <a:lnTo>
                    <a:pt x="5500433" y="355"/>
                  </a:lnTo>
                  <a:lnTo>
                    <a:pt x="5506199" y="355"/>
                  </a:lnTo>
                  <a:lnTo>
                    <a:pt x="5511596" y="1803"/>
                  </a:lnTo>
                  <a:lnTo>
                    <a:pt x="5516270" y="4673"/>
                  </a:lnTo>
                  <a:lnTo>
                    <a:pt x="5521312" y="7556"/>
                  </a:lnTo>
                  <a:lnTo>
                    <a:pt x="5525274" y="11518"/>
                  </a:lnTo>
                  <a:lnTo>
                    <a:pt x="5528157" y="16205"/>
                  </a:lnTo>
                  <a:lnTo>
                    <a:pt x="5531040" y="21234"/>
                  </a:lnTo>
                  <a:lnTo>
                    <a:pt x="5532475" y="26644"/>
                  </a:lnTo>
                  <a:lnTo>
                    <a:pt x="5532475" y="32397"/>
                  </a:lnTo>
                  <a:lnTo>
                    <a:pt x="5532475" y="2272677"/>
                  </a:lnTo>
                  <a:lnTo>
                    <a:pt x="5532475" y="2278443"/>
                  </a:lnTo>
                  <a:lnTo>
                    <a:pt x="5531040" y="2283841"/>
                  </a:lnTo>
                  <a:lnTo>
                    <a:pt x="5528157" y="2288514"/>
                  </a:lnTo>
                  <a:lnTo>
                    <a:pt x="5525274" y="2293556"/>
                  </a:lnTo>
                  <a:lnTo>
                    <a:pt x="5521312" y="2297518"/>
                  </a:lnTo>
                  <a:lnTo>
                    <a:pt x="5516638" y="2300401"/>
                  </a:lnTo>
                  <a:lnTo>
                    <a:pt x="5511596" y="2303284"/>
                  </a:lnTo>
                  <a:lnTo>
                    <a:pt x="5506199" y="2304719"/>
                  </a:lnTo>
                  <a:lnTo>
                    <a:pt x="5500433" y="2304719"/>
                  </a:lnTo>
                  <a:lnTo>
                    <a:pt x="32029" y="2304719"/>
                  </a:lnTo>
                  <a:lnTo>
                    <a:pt x="26276" y="2304719"/>
                  </a:lnTo>
                  <a:lnTo>
                    <a:pt x="20878" y="2303284"/>
                  </a:lnTo>
                  <a:lnTo>
                    <a:pt x="16192" y="2300401"/>
                  </a:lnTo>
                  <a:lnTo>
                    <a:pt x="11150" y="2297518"/>
                  </a:lnTo>
                  <a:lnTo>
                    <a:pt x="7200" y="2293556"/>
                  </a:lnTo>
                  <a:lnTo>
                    <a:pt x="4318" y="2288882"/>
                  </a:lnTo>
                  <a:lnTo>
                    <a:pt x="1435" y="2283841"/>
                  </a:lnTo>
                  <a:lnTo>
                    <a:pt x="0" y="2278443"/>
                  </a:lnTo>
                  <a:lnTo>
                    <a:pt x="0" y="2272677"/>
                  </a:lnTo>
                  <a:lnTo>
                    <a:pt x="355" y="32042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800900" y="3790340"/>
            <a:ext cx="217360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V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2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AVA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750" b="1" spc="2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50" b="1" spc="2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(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)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47334" y="3791788"/>
            <a:ext cx="579755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7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ALL</a:t>
            </a:r>
            <a:r>
              <a:rPr sz="650" spc="1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spc="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ROOMS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04595" y="4297679"/>
            <a:ext cx="5102225" cy="987425"/>
          </a:xfrm>
          <a:custGeom>
            <a:avLst/>
            <a:gdLst/>
            <a:ahLst/>
            <a:cxnLst/>
            <a:rect l="l" t="t" r="r" b="b"/>
            <a:pathLst>
              <a:path w="5102225" h="987425">
                <a:moveTo>
                  <a:pt x="5101920" y="0"/>
                </a:moveTo>
                <a:lnTo>
                  <a:pt x="3492728" y="0"/>
                </a:lnTo>
                <a:lnTo>
                  <a:pt x="2194560" y="0"/>
                </a:lnTo>
                <a:lnTo>
                  <a:pt x="960120" y="0"/>
                </a:lnTo>
                <a:lnTo>
                  <a:pt x="0" y="0"/>
                </a:lnTo>
                <a:lnTo>
                  <a:pt x="0" y="329044"/>
                </a:lnTo>
                <a:lnTo>
                  <a:pt x="0" y="658075"/>
                </a:lnTo>
                <a:lnTo>
                  <a:pt x="0" y="987120"/>
                </a:lnTo>
                <a:lnTo>
                  <a:pt x="960120" y="987120"/>
                </a:lnTo>
                <a:lnTo>
                  <a:pt x="2194560" y="987120"/>
                </a:lnTo>
                <a:lnTo>
                  <a:pt x="3492728" y="987120"/>
                </a:lnTo>
                <a:lnTo>
                  <a:pt x="5101920" y="987120"/>
                </a:lnTo>
                <a:lnTo>
                  <a:pt x="5101920" y="658075"/>
                </a:lnTo>
                <a:lnTo>
                  <a:pt x="5101920" y="329044"/>
                </a:lnTo>
                <a:lnTo>
                  <a:pt x="51019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804595" y="4020501"/>
          <a:ext cx="5178425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8185"/>
                <a:gridCol w="1176019"/>
                <a:gridCol w="1314450"/>
                <a:gridCol w="1893570"/>
              </a:tblGrid>
              <a:tr h="27432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b="1" spc="4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ROOM</a:t>
                      </a:r>
                      <a:endParaRPr sz="7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0010" marB="0">
                    <a:solidFill>
                      <a:srgbClr val="0A1A2B"/>
                    </a:solidFill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b="1" spc="4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TYPE</a:t>
                      </a:r>
                      <a:endParaRPr sz="7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0010" marB="0">
                    <a:solidFill>
                      <a:srgbClr val="0A1A2B"/>
                    </a:solidFill>
                  </a:tcPr>
                </a:tc>
                <a:tc>
                  <a:txBody>
                    <a:bodyPr/>
                    <a:lstStyle/>
                    <a:p>
                      <a:pPr marL="38227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b="1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RATE</a:t>
                      </a:r>
                      <a:r>
                        <a:rPr sz="700" b="1" spc="21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00" b="1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/</a:t>
                      </a:r>
                      <a:r>
                        <a:rPr sz="700" b="1" spc="2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00" b="1" spc="-2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DAY</a:t>
                      </a:r>
                      <a:endParaRPr sz="7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0010" marB="0">
                    <a:solidFill>
                      <a:srgbClr val="0A1A2B"/>
                    </a:solidFill>
                  </a:tcPr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b="1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STATUS</a:t>
                      </a:r>
                      <a:endParaRPr sz="7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0010" marB="0">
                    <a:solidFill>
                      <a:srgbClr val="0A1A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50" b="1" spc="-25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101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5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Standard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 marL="38227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5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₹1,500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 marL="469900" indent="-104140">
                        <a:lnSpc>
                          <a:spcPct val="100000"/>
                        </a:lnSpc>
                        <a:spcBef>
                          <a:spcPts val="665"/>
                        </a:spcBef>
                        <a:buChar char="●"/>
                        <a:tabLst>
                          <a:tab pos="469900" algn="l"/>
                        </a:tabLst>
                      </a:pPr>
                      <a:r>
                        <a:rPr sz="950" spc="-10" dirty="0">
                          <a:solidFill>
                            <a:srgbClr val="3E7C62"/>
                          </a:solidFill>
                          <a:latin typeface="Segoe UI" panose="020B0502040204020203"/>
                          <a:cs typeface="Segoe UI" panose="020B0502040204020203"/>
                        </a:rPr>
                        <a:t>Available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4455" marB="0"/>
                </a:tc>
              </a:tr>
              <a:tr h="32893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b="1" spc="-25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102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Deluxe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marL="38227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₹2,500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marL="469900" indent="-104140">
                        <a:lnSpc>
                          <a:spcPct val="100000"/>
                        </a:lnSpc>
                        <a:spcBef>
                          <a:spcPts val="735"/>
                        </a:spcBef>
                        <a:buChar char="●"/>
                        <a:tabLst>
                          <a:tab pos="469900" algn="l"/>
                        </a:tabLst>
                      </a:pPr>
                      <a:r>
                        <a:rPr sz="950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Booked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3345" marB="0"/>
                </a:tc>
              </a:tr>
              <a:tr h="33782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b="1" spc="-25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103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3345" marB="0">
                    <a:lnB w="6350">
                      <a:solidFill>
                        <a:srgbClr val="E4DA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Suite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3345" marB="0">
                    <a:lnB w="6350">
                      <a:solidFill>
                        <a:srgbClr val="E4DA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27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₹4,000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3345" marB="0">
                    <a:lnB w="6350">
                      <a:solidFill>
                        <a:srgbClr val="E4DA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0" indent="-104140">
                        <a:lnSpc>
                          <a:spcPct val="100000"/>
                        </a:lnSpc>
                        <a:spcBef>
                          <a:spcPts val="735"/>
                        </a:spcBef>
                        <a:buChar char="●"/>
                        <a:tabLst>
                          <a:tab pos="469900" algn="l"/>
                        </a:tabLst>
                      </a:pPr>
                      <a:r>
                        <a:rPr sz="950" spc="-10" dirty="0">
                          <a:solidFill>
                            <a:srgbClr val="3E7C62"/>
                          </a:solidFill>
                          <a:latin typeface="Segoe UI" panose="020B0502040204020203"/>
                          <a:cs typeface="Segoe UI" panose="020B0502040204020203"/>
                        </a:rPr>
                        <a:t>Available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3345" marB="0">
                    <a:lnB w="6350">
                      <a:solidFill>
                        <a:srgbClr val="E4DAC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6" name="object 56"/>
          <p:cNvSpPr txBox="1"/>
          <p:nvPr/>
        </p:nvSpPr>
        <p:spPr>
          <a:xfrm>
            <a:off x="801255" y="5345188"/>
            <a:ext cx="386715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CLASS</a:t>
            </a:r>
            <a:r>
              <a:rPr sz="700" spc="40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spc="40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number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type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daily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price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status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owner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guest</a:t>
            </a:r>
            <a:r>
              <a:rPr sz="700" spc="1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stay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700" spc="1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quantities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01255" y="5592140"/>
            <a:ext cx="2897505" cy="146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i="1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availableOnly</a:t>
            </a:r>
            <a:r>
              <a:rPr sz="800" i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=</a:t>
            </a:r>
            <a:r>
              <a:rPr sz="800" i="1" spc="-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false</a:t>
            </a:r>
            <a:r>
              <a:rPr sz="800" i="1" spc="-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→</a:t>
            </a:r>
            <a:r>
              <a:rPr sz="800" i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all</a:t>
            </a:r>
            <a:r>
              <a:rPr sz="800" i="1" spc="-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rooms</a:t>
            </a:r>
            <a:r>
              <a:rPr sz="800" i="1" spc="39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|</a:t>
            </a:r>
            <a:r>
              <a:rPr sz="800" i="1" spc="39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true</a:t>
            </a:r>
            <a:r>
              <a:rPr sz="800" i="1" spc="-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→</a:t>
            </a:r>
            <a:r>
              <a:rPr sz="800" i="1" spc="-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only</a:t>
            </a:r>
            <a:r>
              <a:rPr sz="800" i="1" spc="-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available</a:t>
            </a:r>
            <a:r>
              <a:rPr sz="800" i="1" spc="-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rooms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323190" y="3680790"/>
            <a:ext cx="5274945" cy="2312670"/>
            <a:chOff x="6323190" y="3680790"/>
            <a:chExt cx="5274945" cy="2312670"/>
          </a:xfrm>
        </p:grpSpPr>
        <p:sp>
          <p:nvSpPr>
            <p:cNvPr id="59" name="object 59"/>
            <p:cNvSpPr/>
            <p:nvPr/>
          </p:nvSpPr>
          <p:spPr>
            <a:xfrm>
              <a:off x="6327000" y="3684600"/>
              <a:ext cx="5267325" cy="2305050"/>
            </a:xfrm>
            <a:custGeom>
              <a:avLst/>
              <a:gdLst/>
              <a:ahLst/>
              <a:cxnLst/>
              <a:rect l="l" t="t" r="r" b="b"/>
              <a:pathLst>
                <a:path w="5267325" h="2305050">
                  <a:moveTo>
                    <a:pt x="26644" y="0"/>
                  </a:moveTo>
                  <a:lnTo>
                    <a:pt x="4673" y="16205"/>
                  </a:lnTo>
                  <a:lnTo>
                    <a:pt x="1803" y="20878"/>
                  </a:lnTo>
                  <a:lnTo>
                    <a:pt x="355" y="26276"/>
                  </a:lnTo>
                  <a:lnTo>
                    <a:pt x="0" y="2278443"/>
                  </a:lnTo>
                  <a:lnTo>
                    <a:pt x="1435" y="2283841"/>
                  </a:lnTo>
                  <a:lnTo>
                    <a:pt x="4317" y="2288882"/>
                  </a:lnTo>
                  <a:lnTo>
                    <a:pt x="7200" y="2293556"/>
                  </a:lnTo>
                  <a:lnTo>
                    <a:pt x="11163" y="2297518"/>
                  </a:lnTo>
                  <a:lnTo>
                    <a:pt x="16205" y="2300401"/>
                  </a:lnTo>
                  <a:lnTo>
                    <a:pt x="20878" y="2303284"/>
                  </a:lnTo>
                  <a:lnTo>
                    <a:pt x="26276" y="2304719"/>
                  </a:lnTo>
                  <a:lnTo>
                    <a:pt x="5240883" y="2304719"/>
                  </a:lnTo>
                  <a:lnTo>
                    <a:pt x="5262841" y="2288514"/>
                  </a:lnTo>
                  <a:lnTo>
                    <a:pt x="5265724" y="2283841"/>
                  </a:lnTo>
                  <a:lnTo>
                    <a:pt x="5267159" y="2278443"/>
                  </a:lnTo>
                  <a:lnTo>
                    <a:pt x="5267062" y="26276"/>
                  </a:lnTo>
                  <a:lnTo>
                    <a:pt x="5265724" y="21234"/>
                  </a:lnTo>
                  <a:lnTo>
                    <a:pt x="5262841" y="16205"/>
                  </a:lnTo>
                  <a:lnTo>
                    <a:pt x="5259959" y="11518"/>
                  </a:lnTo>
                  <a:lnTo>
                    <a:pt x="5255996" y="7556"/>
                  </a:lnTo>
                  <a:lnTo>
                    <a:pt x="5250954" y="4673"/>
                  </a:lnTo>
                  <a:lnTo>
                    <a:pt x="5246281" y="1803"/>
                  </a:lnTo>
                  <a:lnTo>
                    <a:pt x="5240883" y="355"/>
                  </a:lnTo>
                  <a:lnTo>
                    <a:pt x="266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327000" y="3684600"/>
              <a:ext cx="5267325" cy="2305050"/>
            </a:xfrm>
            <a:custGeom>
              <a:avLst/>
              <a:gdLst/>
              <a:ahLst/>
              <a:cxnLst/>
              <a:rect l="l" t="t" r="r" b="b"/>
              <a:pathLst>
                <a:path w="5267325" h="2305050">
                  <a:moveTo>
                    <a:pt x="355" y="32042"/>
                  </a:moveTo>
                  <a:lnTo>
                    <a:pt x="355" y="26276"/>
                  </a:lnTo>
                  <a:lnTo>
                    <a:pt x="1803" y="20878"/>
                  </a:lnTo>
                  <a:lnTo>
                    <a:pt x="4673" y="16205"/>
                  </a:lnTo>
                  <a:lnTo>
                    <a:pt x="7556" y="11163"/>
                  </a:lnTo>
                  <a:lnTo>
                    <a:pt x="11518" y="7200"/>
                  </a:lnTo>
                  <a:lnTo>
                    <a:pt x="16205" y="4318"/>
                  </a:lnTo>
                  <a:lnTo>
                    <a:pt x="21234" y="1435"/>
                  </a:lnTo>
                  <a:lnTo>
                    <a:pt x="26644" y="0"/>
                  </a:lnTo>
                  <a:lnTo>
                    <a:pt x="32397" y="0"/>
                  </a:lnTo>
                  <a:lnTo>
                    <a:pt x="5235117" y="355"/>
                  </a:lnTo>
                  <a:lnTo>
                    <a:pt x="5240883" y="355"/>
                  </a:lnTo>
                  <a:lnTo>
                    <a:pt x="5246281" y="1803"/>
                  </a:lnTo>
                  <a:lnTo>
                    <a:pt x="5250954" y="4673"/>
                  </a:lnTo>
                  <a:lnTo>
                    <a:pt x="5255996" y="7556"/>
                  </a:lnTo>
                  <a:lnTo>
                    <a:pt x="5259959" y="11518"/>
                  </a:lnTo>
                  <a:lnTo>
                    <a:pt x="5262841" y="16205"/>
                  </a:lnTo>
                  <a:lnTo>
                    <a:pt x="5265724" y="21234"/>
                  </a:lnTo>
                  <a:lnTo>
                    <a:pt x="5267159" y="26644"/>
                  </a:lnTo>
                  <a:lnTo>
                    <a:pt x="5267159" y="32397"/>
                  </a:lnTo>
                  <a:lnTo>
                    <a:pt x="5267159" y="2272677"/>
                  </a:lnTo>
                  <a:lnTo>
                    <a:pt x="5267159" y="2278443"/>
                  </a:lnTo>
                  <a:lnTo>
                    <a:pt x="5265724" y="2283841"/>
                  </a:lnTo>
                  <a:lnTo>
                    <a:pt x="5262841" y="2288514"/>
                  </a:lnTo>
                  <a:lnTo>
                    <a:pt x="5259959" y="2293556"/>
                  </a:lnTo>
                  <a:lnTo>
                    <a:pt x="5255996" y="2297518"/>
                  </a:lnTo>
                  <a:lnTo>
                    <a:pt x="5251322" y="2300401"/>
                  </a:lnTo>
                  <a:lnTo>
                    <a:pt x="5246281" y="2303284"/>
                  </a:lnTo>
                  <a:lnTo>
                    <a:pt x="5240883" y="2304719"/>
                  </a:lnTo>
                  <a:lnTo>
                    <a:pt x="5235117" y="2304719"/>
                  </a:lnTo>
                  <a:lnTo>
                    <a:pt x="32042" y="2304719"/>
                  </a:lnTo>
                  <a:lnTo>
                    <a:pt x="26276" y="2304719"/>
                  </a:lnTo>
                  <a:lnTo>
                    <a:pt x="20878" y="2303284"/>
                  </a:lnTo>
                  <a:lnTo>
                    <a:pt x="16205" y="2300401"/>
                  </a:lnTo>
                  <a:lnTo>
                    <a:pt x="11163" y="2297518"/>
                  </a:lnTo>
                  <a:lnTo>
                    <a:pt x="7200" y="2293556"/>
                  </a:lnTo>
                  <a:lnTo>
                    <a:pt x="4317" y="2288882"/>
                  </a:lnTo>
                  <a:lnTo>
                    <a:pt x="1435" y="2283841"/>
                  </a:lnTo>
                  <a:lnTo>
                    <a:pt x="0" y="2278443"/>
                  </a:lnTo>
                  <a:lnTo>
                    <a:pt x="0" y="2272677"/>
                  </a:lnTo>
                  <a:lnTo>
                    <a:pt x="355" y="32042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6515899" y="3790340"/>
            <a:ext cx="1913889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750" b="1" spc="-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K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750" b="1" spc="2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750" b="1" spc="2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50" b="1" spc="2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k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(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)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515899" y="4064660"/>
            <a:ext cx="128905" cy="133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01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62863" y="4056379"/>
            <a:ext cx="109220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Show</a:t>
            </a:r>
            <a:r>
              <a:rPr sz="850" spc="4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available</a:t>
            </a:r>
            <a:r>
              <a:rPr sz="850" spc="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rooms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002776" y="4064660"/>
            <a:ext cx="128905" cy="133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02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250095" y="4056379"/>
            <a:ext cx="9880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Enter</a:t>
            </a:r>
            <a:r>
              <a:rPr sz="850" spc="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850" spc="3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number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515899" y="4366691"/>
            <a:ext cx="128905" cy="133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03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762863" y="4358068"/>
            <a:ext cx="86677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Check</a:t>
            </a:r>
            <a:r>
              <a:rPr sz="850" spc="4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availability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002776" y="4366691"/>
            <a:ext cx="128905" cy="133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04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250095" y="4358068"/>
            <a:ext cx="10598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Nights</a:t>
            </a:r>
            <a:r>
              <a:rPr sz="850" spc="4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850" spc="3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guest</a:t>
            </a:r>
            <a:r>
              <a:rPr sz="850" spc="3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spc="-2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name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515899" y="4668380"/>
            <a:ext cx="128905" cy="133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05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762863" y="4659744"/>
            <a:ext cx="116840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Record</a:t>
            </a:r>
            <a:r>
              <a:rPr sz="850" spc="3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booking</a:t>
            </a:r>
            <a:r>
              <a:rPr sz="850" spc="3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850" spc="3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50" spc="-2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save</a:t>
            </a:r>
            <a:endParaRPr sz="8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525004" y="5025236"/>
            <a:ext cx="4890135" cy="610235"/>
            <a:chOff x="6525004" y="5025236"/>
            <a:chExt cx="4890135" cy="610235"/>
          </a:xfrm>
        </p:grpSpPr>
        <p:sp>
          <p:nvSpPr>
            <p:cNvPr id="73" name="object 73"/>
            <p:cNvSpPr/>
            <p:nvPr/>
          </p:nvSpPr>
          <p:spPr>
            <a:xfrm>
              <a:off x="6528244" y="5028476"/>
              <a:ext cx="4883785" cy="603885"/>
            </a:xfrm>
            <a:custGeom>
              <a:avLst/>
              <a:gdLst/>
              <a:ahLst/>
              <a:cxnLst/>
              <a:rect l="l" t="t" r="r" b="b"/>
              <a:pathLst>
                <a:path w="4883784" h="603885">
                  <a:moveTo>
                    <a:pt x="26631" y="0"/>
                  </a:moveTo>
                  <a:lnTo>
                    <a:pt x="4673" y="16205"/>
                  </a:lnTo>
                  <a:lnTo>
                    <a:pt x="1790" y="20878"/>
                  </a:lnTo>
                  <a:lnTo>
                    <a:pt x="355" y="26289"/>
                  </a:lnTo>
                  <a:lnTo>
                    <a:pt x="0" y="577443"/>
                  </a:lnTo>
                  <a:lnTo>
                    <a:pt x="1435" y="582841"/>
                  </a:lnTo>
                  <a:lnTo>
                    <a:pt x="4318" y="587883"/>
                  </a:lnTo>
                  <a:lnTo>
                    <a:pt x="7200" y="592569"/>
                  </a:lnTo>
                  <a:lnTo>
                    <a:pt x="11150" y="596519"/>
                  </a:lnTo>
                  <a:lnTo>
                    <a:pt x="16192" y="599401"/>
                  </a:lnTo>
                  <a:lnTo>
                    <a:pt x="20878" y="602284"/>
                  </a:lnTo>
                  <a:lnTo>
                    <a:pt x="26276" y="603719"/>
                  </a:lnTo>
                  <a:lnTo>
                    <a:pt x="4857115" y="603719"/>
                  </a:lnTo>
                  <a:lnTo>
                    <a:pt x="4879073" y="587527"/>
                  </a:lnTo>
                  <a:lnTo>
                    <a:pt x="4881956" y="582841"/>
                  </a:lnTo>
                  <a:lnTo>
                    <a:pt x="4883391" y="577443"/>
                  </a:lnTo>
                  <a:lnTo>
                    <a:pt x="4883296" y="26289"/>
                  </a:lnTo>
                  <a:lnTo>
                    <a:pt x="4881956" y="21247"/>
                  </a:lnTo>
                  <a:lnTo>
                    <a:pt x="4879073" y="16205"/>
                  </a:lnTo>
                  <a:lnTo>
                    <a:pt x="4876190" y="11518"/>
                  </a:lnTo>
                  <a:lnTo>
                    <a:pt x="4872240" y="7569"/>
                  </a:lnTo>
                  <a:lnTo>
                    <a:pt x="4867198" y="4686"/>
                  </a:lnTo>
                  <a:lnTo>
                    <a:pt x="4862512" y="1803"/>
                  </a:lnTo>
                  <a:lnTo>
                    <a:pt x="4857115" y="368"/>
                  </a:lnTo>
                  <a:lnTo>
                    <a:pt x="26631" y="0"/>
                  </a:lnTo>
                  <a:close/>
                </a:path>
              </a:pathLst>
            </a:custGeom>
            <a:solidFill>
              <a:srgbClr val="EDE2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528244" y="5028476"/>
              <a:ext cx="4883785" cy="603885"/>
            </a:xfrm>
            <a:custGeom>
              <a:avLst/>
              <a:gdLst/>
              <a:ahLst/>
              <a:cxnLst/>
              <a:rect l="l" t="t" r="r" b="b"/>
              <a:pathLst>
                <a:path w="4883784" h="603885">
                  <a:moveTo>
                    <a:pt x="355" y="32042"/>
                  </a:moveTo>
                  <a:lnTo>
                    <a:pt x="355" y="26289"/>
                  </a:lnTo>
                  <a:lnTo>
                    <a:pt x="1790" y="20878"/>
                  </a:lnTo>
                  <a:lnTo>
                    <a:pt x="4673" y="16205"/>
                  </a:lnTo>
                  <a:lnTo>
                    <a:pt x="7556" y="11163"/>
                  </a:lnTo>
                  <a:lnTo>
                    <a:pt x="11518" y="7200"/>
                  </a:lnTo>
                  <a:lnTo>
                    <a:pt x="16192" y="4318"/>
                  </a:lnTo>
                  <a:lnTo>
                    <a:pt x="21234" y="1447"/>
                  </a:lnTo>
                  <a:lnTo>
                    <a:pt x="26631" y="0"/>
                  </a:lnTo>
                  <a:lnTo>
                    <a:pt x="32397" y="0"/>
                  </a:lnTo>
                  <a:lnTo>
                    <a:pt x="4851349" y="368"/>
                  </a:lnTo>
                  <a:lnTo>
                    <a:pt x="4857115" y="368"/>
                  </a:lnTo>
                  <a:lnTo>
                    <a:pt x="4862512" y="1803"/>
                  </a:lnTo>
                  <a:lnTo>
                    <a:pt x="4867198" y="4686"/>
                  </a:lnTo>
                  <a:lnTo>
                    <a:pt x="4872240" y="7569"/>
                  </a:lnTo>
                  <a:lnTo>
                    <a:pt x="4876190" y="11518"/>
                  </a:lnTo>
                  <a:lnTo>
                    <a:pt x="4879073" y="16205"/>
                  </a:lnTo>
                  <a:lnTo>
                    <a:pt x="4881956" y="21247"/>
                  </a:lnTo>
                  <a:lnTo>
                    <a:pt x="4883391" y="26644"/>
                  </a:lnTo>
                  <a:lnTo>
                    <a:pt x="4883391" y="32397"/>
                  </a:lnTo>
                  <a:lnTo>
                    <a:pt x="4883391" y="571677"/>
                  </a:lnTo>
                  <a:lnTo>
                    <a:pt x="4883391" y="577443"/>
                  </a:lnTo>
                  <a:lnTo>
                    <a:pt x="4881956" y="582841"/>
                  </a:lnTo>
                  <a:lnTo>
                    <a:pt x="4879073" y="587527"/>
                  </a:lnTo>
                  <a:lnTo>
                    <a:pt x="4876190" y="592569"/>
                  </a:lnTo>
                  <a:lnTo>
                    <a:pt x="4872240" y="596519"/>
                  </a:lnTo>
                  <a:lnTo>
                    <a:pt x="4867554" y="599401"/>
                  </a:lnTo>
                  <a:lnTo>
                    <a:pt x="4862512" y="602284"/>
                  </a:lnTo>
                  <a:lnTo>
                    <a:pt x="4857115" y="603719"/>
                  </a:lnTo>
                  <a:lnTo>
                    <a:pt x="4851349" y="603719"/>
                  </a:lnTo>
                  <a:lnTo>
                    <a:pt x="32029" y="603719"/>
                  </a:lnTo>
                  <a:lnTo>
                    <a:pt x="26276" y="603719"/>
                  </a:lnTo>
                  <a:lnTo>
                    <a:pt x="20878" y="602284"/>
                  </a:lnTo>
                  <a:lnTo>
                    <a:pt x="16192" y="599401"/>
                  </a:lnTo>
                  <a:lnTo>
                    <a:pt x="11150" y="596519"/>
                  </a:lnTo>
                  <a:lnTo>
                    <a:pt x="7200" y="592569"/>
                  </a:lnTo>
                  <a:lnTo>
                    <a:pt x="4318" y="587883"/>
                  </a:lnTo>
                  <a:lnTo>
                    <a:pt x="1435" y="582841"/>
                  </a:lnTo>
                  <a:lnTo>
                    <a:pt x="0" y="577443"/>
                  </a:lnTo>
                  <a:lnTo>
                    <a:pt x="0" y="571677"/>
                  </a:lnTo>
                  <a:lnTo>
                    <a:pt x="355" y="32042"/>
                  </a:lnTo>
                  <a:close/>
                </a:path>
              </a:pathLst>
            </a:custGeom>
            <a:ln w="647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6662064" y="5043570"/>
            <a:ext cx="1758314" cy="3625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5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3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3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650" b="1" spc="33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650" b="1" spc="-4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3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650" b="1" spc="-3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5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Daily</a:t>
            </a:r>
            <a:r>
              <a:rPr sz="950" b="1" spc="-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price</a:t>
            </a:r>
            <a:r>
              <a:rPr sz="950" b="1" spc="-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×</a:t>
            </a:r>
            <a:r>
              <a:rPr sz="950" b="1" spc="-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number</a:t>
            </a:r>
            <a:r>
              <a:rPr sz="950" b="1" spc="-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of</a:t>
            </a:r>
            <a:r>
              <a:rPr sz="950" b="1" spc="-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nights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990264" y="5180304"/>
            <a:ext cx="126936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₹1,500</a:t>
            </a:r>
            <a:r>
              <a:rPr sz="1050" b="1" spc="-2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×</a:t>
            </a:r>
            <a:r>
              <a:rPr sz="1050" b="1" spc="-2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3</a:t>
            </a:r>
            <a:r>
              <a:rPr sz="1050" b="1" spc="-1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b="1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=</a:t>
            </a:r>
            <a:r>
              <a:rPr sz="1050" b="1" spc="-2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b="1" spc="-1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₹4,500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81304" y="6086411"/>
            <a:ext cx="6669405" cy="146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VALIDATION</a:t>
            </a:r>
            <a:r>
              <a:rPr sz="800" spc="37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spc="37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addRoom()</a:t>
            </a:r>
            <a:r>
              <a:rPr sz="800" spc="9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rejects</a:t>
            </a:r>
            <a:r>
              <a:rPr sz="800" spc="8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duplicate</a:t>
            </a:r>
            <a:r>
              <a:rPr sz="800" spc="9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or</a:t>
            </a:r>
            <a:r>
              <a:rPr sz="800" spc="8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≤</a:t>
            </a:r>
            <a:r>
              <a:rPr sz="800" spc="9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800" spc="9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800" spc="8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numbers,</a:t>
            </a:r>
            <a:r>
              <a:rPr sz="800" spc="9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empty</a:t>
            </a:r>
            <a:r>
              <a:rPr sz="800" spc="9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types</a:t>
            </a:r>
            <a:r>
              <a:rPr sz="800" spc="9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800" spc="9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non-positive</a:t>
            </a:r>
            <a:r>
              <a:rPr sz="800" spc="9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prices;</a:t>
            </a:r>
            <a:r>
              <a:rPr sz="800" spc="8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changePrices()</a:t>
            </a:r>
            <a:r>
              <a:rPr sz="800" spc="9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saves</a:t>
            </a:r>
            <a:r>
              <a:rPr sz="800" spc="8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immediately.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H</a:t>
            </a:r>
            <a:r>
              <a:rPr spc="-5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S</a:t>
            </a:r>
            <a:r>
              <a:rPr spc="320" dirty="0"/>
              <a:t> </a:t>
            </a:r>
            <a:r>
              <a:rPr dirty="0"/>
              <a:t>·</a:t>
            </a:r>
            <a:r>
              <a:rPr spc="325" dirty="0"/>
              <a:t> </a:t>
            </a:r>
            <a:r>
              <a:rPr dirty="0"/>
              <a:t>H</a:t>
            </a:r>
            <a:r>
              <a:rPr spc="-4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L</a:t>
            </a:r>
            <a:r>
              <a:rPr spc="32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T</a:t>
            </a:r>
            <a:r>
              <a:rPr spc="32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Y</a:t>
            </a:r>
            <a:r>
              <a:rPr spc="-5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spc="-50" dirty="0"/>
              <a:t>M</a:t>
            </a:r>
            <a:endParaRPr spc="-50" dirty="0"/>
          </a:p>
        </p:txBody>
      </p:sp>
      <p:sp>
        <p:nvSpPr>
          <p:cNvPr id="81" name="object 8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C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+</a:t>
            </a:r>
            <a:r>
              <a:rPr spc="320" dirty="0"/>
              <a:t> </a:t>
            </a:r>
            <a:r>
              <a:rPr dirty="0"/>
              <a:t>C</a:t>
            </a:r>
            <a:r>
              <a:rPr spc="-50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N</a:t>
            </a:r>
            <a:r>
              <a:rPr spc="-40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3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C</a:t>
            </a:r>
            <a:r>
              <a:rPr spc="-45" dirty="0"/>
              <a:t> </a:t>
            </a:r>
            <a:r>
              <a:rPr spc="60" dirty="0"/>
              <a:t>AT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N</a:t>
            </a:r>
            <a:endParaRPr spc="-50" dirty="0"/>
          </a:p>
        </p:txBody>
      </p:sp>
      <p:sp>
        <p:nvSpPr>
          <p:cNvPr id="79" name="object 79"/>
          <p:cNvSpPr txBox="1"/>
          <p:nvPr/>
        </p:nvSpPr>
        <p:spPr>
          <a:xfrm>
            <a:off x="11174653" y="6517314"/>
            <a:ext cx="432434" cy="1593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08</a:t>
            </a:r>
            <a:r>
              <a:rPr sz="800" b="1" spc="229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800" b="1" spc="2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-3239"/>
            <a:ext cx="12195175" cy="6860540"/>
            <a:chOff x="-355" y="-3239"/>
            <a:chExt cx="12195175" cy="6860540"/>
          </a:xfrm>
        </p:grpSpPr>
        <p:sp>
          <p:nvSpPr>
            <p:cNvPr id="3" name="object 3"/>
            <p:cNvSpPr/>
            <p:nvPr/>
          </p:nvSpPr>
          <p:spPr>
            <a:xfrm>
              <a:off x="-355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73" y="6857631"/>
                  </a:lnTo>
                  <a:lnTo>
                    <a:pt x="6095873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B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1555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A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1479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8F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47403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63314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85" y="6857631"/>
                  </a:lnTo>
                  <a:lnTo>
                    <a:pt x="6095885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237" y="-355"/>
              <a:ext cx="4064635" cy="6858000"/>
            </a:xfrm>
            <a:custGeom>
              <a:avLst/>
              <a:gdLst/>
              <a:ahLst/>
              <a:cxnLst/>
              <a:rect l="l" t="t" r="r" b="b"/>
              <a:pathLst>
                <a:path w="4064634" h="6858000">
                  <a:moveTo>
                    <a:pt x="0" y="6857631"/>
                  </a:moveTo>
                  <a:lnTo>
                    <a:pt x="4064038" y="6857631"/>
                  </a:lnTo>
                  <a:lnTo>
                    <a:pt x="4064038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6F0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5517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6095517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6095517" y="6857631"/>
                  </a:lnTo>
                  <a:lnTo>
                    <a:pt x="6095517" y="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11441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4E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2736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4063669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4063669" y="6857631"/>
                  </a:lnTo>
                  <a:lnTo>
                    <a:pt x="4063669" y="0"/>
                  </a:lnTo>
                  <a:close/>
                </a:path>
              </a:pathLst>
            </a:custGeom>
            <a:solidFill>
              <a:srgbClr val="F3EC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143276" y="-355"/>
              <a:ext cx="3048000" cy="6858000"/>
            </a:xfrm>
            <a:custGeom>
              <a:avLst/>
              <a:gdLst/>
              <a:ahLst/>
              <a:cxnLst/>
              <a:rect l="l" t="t" r="r" b="b"/>
              <a:pathLst>
                <a:path w="3048000" h="6858000">
                  <a:moveTo>
                    <a:pt x="3047758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3047758" y="6857631"/>
                  </a:lnTo>
                  <a:lnTo>
                    <a:pt x="3047758" y="0"/>
                  </a:lnTo>
                  <a:close/>
                </a:path>
              </a:pathLst>
            </a:custGeom>
            <a:solidFill>
              <a:srgbClr val="F1E9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159200" y="-355"/>
              <a:ext cx="2032000" cy="6858000"/>
            </a:xfrm>
            <a:custGeom>
              <a:avLst/>
              <a:gdLst/>
              <a:ahLst/>
              <a:cxnLst/>
              <a:rect l="l" t="t" r="r" b="b"/>
              <a:pathLst>
                <a:path w="2032000" h="6858000">
                  <a:moveTo>
                    <a:pt x="2031834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031834" y="6857631"/>
                  </a:lnTo>
                  <a:lnTo>
                    <a:pt x="2031834" y="0"/>
                  </a:lnTo>
                  <a:close/>
                </a:path>
              </a:pathLst>
            </a:custGeom>
            <a:solidFill>
              <a:srgbClr val="F0E9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175123" y="-355"/>
              <a:ext cx="1016000" cy="6858000"/>
            </a:xfrm>
            <a:custGeom>
              <a:avLst/>
              <a:gdLst/>
              <a:ahLst/>
              <a:cxnLst/>
              <a:rect l="l" t="t" r="r" b="b"/>
              <a:pathLst>
                <a:path w="1016000" h="6858000">
                  <a:moveTo>
                    <a:pt x="101591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1015911" y="6857631"/>
                  </a:lnTo>
                  <a:lnTo>
                    <a:pt x="1015911" y="0"/>
                  </a:lnTo>
                  <a:close/>
                </a:path>
              </a:pathLst>
            </a:custGeom>
            <a:solidFill>
              <a:srgbClr val="F0E6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246764" y="0"/>
              <a:ext cx="944880" cy="1368425"/>
            </a:xfrm>
            <a:custGeom>
              <a:avLst/>
              <a:gdLst/>
              <a:ahLst/>
              <a:cxnLst/>
              <a:rect l="l" t="t" r="r" b="b"/>
              <a:pathLst>
                <a:path w="944879" h="1368425">
                  <a:moveTo>
                    <a:pt x="944638" y="1367896"/>
                  </a:moveTo>
                  <a:lnTo>
                    <a:pt x="868388" y="1336784"/>
                  </a:lnTo>
                  <a:lnTo>
                    <a:pt x="822044" y="1315225"/>
                  </a:lnTo>
                  <a:lnTo>
                    <a:pt x="776406" y="1292028"/>
                  </a:lnTo>
                  <a:lnTo>
                    <a:pt x="731520" y="1267205"/>
                  </a:lnTo>
                  <a:lnTo>
                    <a:pt x="687533" y="1240757"/>
                  </a:lnTo>
                  <a:lnTo>
                    <a:pt x="644587" y="1212844"/>
                  </a:lnTo>
                  <a:lnTo>
                    <a:pt x="602715" y="1183499"/>
                  </a:lnTo>
                  <a:lnTo>
                    <a:pt x="561948" y="1152754"/>
                  </a:lnTo>
                  <a:lnTo>
                    <a:pt x="522319" y="1120642"/>
                  </a:lnTo>
                  <a:lnTo>
                    <a:pt x="483862" y="1087195"/>
                  </a:lnTo>
                  <a:lnTo>
                    <a:pt x="446609" y="1052447"/>
                  </a:lnTo>
                  <a:lnTo>
                    <a:pt x="410592" y="1016430"/>
                  </a:lnTo>
                  <a:lnTo>
                    <a:pt x="375844" y="979177"/>
                  </a:lnTo>
                  <a:lnTo>
                    <a:pt x="342397" y="940720"/>
                  </a:lnTo>
                  <a:lnTo>
                    <a:pt x="310285" y="901091"/>
                  </a:lnTo>
                  <a:lnTo>
                    <a:pt x="279540" y="860324"/>
                  </a:lnTo>
                  <a:lnTo>
                    <a:pt x="250195" y="818452"/>
                  </a:lnTo>
                  <a:lnTo>
                    <a:pt x="222282" y="775506"/>
                  </a:lnTo>
                  <a:lnTo>
                    <a:pt x="195833" y="731520"/>
                  </a:lnTo>
                  <a:lnTo>
                    <a:pt x="171011" y="686633"/>
                  </a:lnTo>
                  <a:lnTo>
                    <a:pt x="147814" y="640995"/>
                  </a:lnTo>
                  <a:lnTo>
                    <a:pt x="126255" y="594651"/>
                  </a:lnTo>
                  <a:lnTo>
                    <a:pt x="106347" y="547646"/>
                  </a:lnTo>
                  <a:lnTo>
                    <a:pt x="88104" y="500027"/>
                  </a:lnTo>
                  <a:lnTo>
                    <a:pt x="71537" y="451837"/>
                  </a:lnTo>
                  <a:lnTo>
                    <a:pt x="56659" y="403124"/>
                  </a:lnTo>
                  <a:lnTo>
                    <a:pt x="43484" y="353932"/>
                  </a:lnTo>
                  <a:lnTo>
                    <a:pt x="32024" y="304306"/>
                  </a:lnTo>
                  <a:lnTo>
                    <a:pt x="22292" y="254293"/>
                  </a:lnTo>
                  <a:lnTo>
                    <a:pt x="14301" y="203937"/>
                  </a:lnTo>
                  <a:lnTo>
                    <a:pt x="8063" y="153285"/>
                  </a:lnTo>
                  <a:lnTo>
                    <a:pt x="3592" y="102380"/>
                  </a:lnTo>
                  <a:lnTo>
                    <a:pt x="900" y="51270"/>
                  </a:lnTo>
                  <a:lnTo>
                    <a:pt x="0" y="0"/>
                  </a:lnTo>
                </a:path>
              </a:pathLst>
            </a:custGeom>
            <a:ln w="647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81304" y="353415"/>
            <a:ext cx="96774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4</a:t>
            </a:r>
            <a:r>
              <a:rPr sz="9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G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A1A2B"/>
                </a:solidFill>
              </a:rPr>
              <a:t>From</a:t>
            </a:r>
            <a:r>
              <a:rPr spc="-9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menu</a:t>
            </a:r>
            <a:r>
              <a:rPr spc="-8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to</a:t>
            </a:r>
            <a:r>
              <a:rPr spc="-8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room</a:t>
            </a:r>
            <a:r>
              <a:rPr spc="-8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service,</a:t>
            </a:r>
            <a:r>
              <a:rPr spc="-8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without</a:t>
            </a:r>
            <a:r>
              <a:rPr spc="-8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a</a:t>
            </a:r>
            <a:r>
              <a:rPr spc="-8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paper</a:t>
            </a:r>
            <a:r>
              <a:rPr spc="-85" dirty="0">
                <a:solidFill>
                  <a:srgbClr val="0A1A2B"/>
                </a:solidFill>
              </a:rPr>
              <a:t> </a:t>
            </a:r>
            <a:r>
              <a:rPr spc="-10" dirty="0">
                <a:solidFill>
                  <a:srgbClr val="0A1A2B"/>
                </a:solidFill>
              </a:rPr>
              <a:t>ticket.</a:t>
            </a:r>
            <a:endParaRPr spc="-10" dirty="0">
              <a:solidFill>
                <a:srgbClr val="0A1A2B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1304" y="1240459"/>
            <a:ext cx="5673725" cy="205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FoodItem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keeps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menu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prices;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orders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attach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directly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guest's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folio.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4359" y="1645920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935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590194" y="1770265"/>
            <a:ext cx="5494020" cy="4232275"/>
            <a:chOff x="590194" y="1770265"/>
            <a:chExt cx="5494020" cy="4232275"/>
          </a:xfrm>
        </p:grpSpPr>
        <p:sp>
          <p:nvSpPr>
            <p:cNvPr id="21" name="object 21"/>
            <p:cNvSpPr/>
            <p:nvPr/>
          </p:nvSpPr>
          <p:spPr>
            <a:xfrm>
              <a:off x="594004" y="1774075"/>
              <a:ext cx="5486400" cy="4224655"/>
            </a:xfrm>
            <a:custGeom>
              <a:avLst/>
              <a:gdLst/>
              <a:ahLst/>
              <a:cxnLst/>
              <a:rect l="l" t="t" r="r" b="b"/>
              <a:pathLst>
                <a:path w="5486400" h="4224655">
                  <a:moveTo>
                    <a:pt x="5463349" y="0"/>
                  </a:moveTo>
                  <a:lnTo>
                    <a:pt x="22669" y="0"/>
                  </a:lnTo>
                  <a:lnTo>
                    <a:pt x="17995" y="1079"/>
                  </a:lnTo>
                  <a:lnTo>
                    <a:pt x="0" y="22682"/>
                  </a:lnTo>
                  <a:lnTo>
                    <a:pt x="0" y="4201922"/>
                  </a:lnTo>
                  <a:lnTo>
                    <a:pt x="22669" y="4224604"/>
                  </a:lnTo>
                  <a:lnTo>
                    <a:pt x="5463717" y="4224248"/>
                  </a:lnTo>
                  <a:lnTo>
                    <a:pt x="5486400" y="4196880"/>
                  </a:lnTo>
                  <a:lnTo>
                    <a:pt x="5486032" y="27368"/>
                  </a:lnTo>
                  <a:lnTo>
                    <a:pt x="5486031" y="22682"/>
                  </a:lnTo>
                  <a:lnTo>
                    <a:pt x="5468391" y="1447"/>
                  </a:lnTo>
                  <a:lnTo>
                    <a:pt x="5463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94004" y="1774075"/>
              <a:ext cx="5486400" cy="4224655"/>
            </a:xfrm>
            <a:custGeom>
              <a:avLst/>
              <a:gdLst/>
              <a:ahLst/>
              <a:cxnLst/>
              <a:rect l="l" t="t" r="r" b="b"/>
              <a:pathLst>
                <a:path w="5486400" h="4224655">
                  <a:moveTo>
                    <a:pt x="0" y="27368"/>
                  </a:moveTo>
                  <a:lnTo>
                    <a:pt x="0" y="22682"/>
                  </a:lnTo>
                  <a:lnTo>
                    <a:pt x="1435" y="17640"/>
                  </a:lnTo>
                  <a:lnTo>
                    <a:pt x="22669" y="0"/>
                  </a:lnTo>
                  <a:lnTo>
                    <a:pt x="27355" y="0"/>
                  </a:lnTo>
                  <a:lnTo>
                    <a:pt x="5458675" y="0"/>
                  </a:lnTo>
                  <a:lnTo>
                    <a:pt x="5463349" y="0"/>
                  </a:lnTo>
                  <a:lnTo>
                    <a:pt x="5468391" y="1447"/>
                  </a:lnTo>
                  <a:lnTo>
                    <a:pt x="5486031" y="22682"/>
                  </a:lnTo>
                  <a:lnTo>
                    <a:pt x="5486031" y="27368"/>
                  </a:lnTo>
                  <a:lnTo>
                    <a:pt x="5486400" y="4196880"/>
                  </a:lnTo>
                  <a:lnTo>
                    <a:pt x="5486400" y="4201566"/>
                  </a:lnTo>
                  <a:lnTo>
                    <a:pt x="5484952" y="4206608"/>
                  </a:lnTo>
                  <a:lnTo>
                    <a:pt x="5463717" y="4224248"/>
                  </a:lnTo>
                  <a:lnTo>
                    <a:pt x="5459031" y="4224248"/>
                  </a:lnTo>
                  <a:lnTo>
                    <a:pt x="27355" y="4224604"/>
                  </a:lnTo>
                  <a:lnTo>
                    <a:pt x="22669" y="4224604"/>
                  </a:lnTo>
                  <a:lnTo>
                    <a:pt x="17640" y="4223169"/>
                  </a:lnTo>
                  <a:lnTo>
                    <a:pt x="0" y="4201922"/>
                  </a:lnTo>
                  <a:lnTo>
                    <a:pt x="0" y="4197248"/>
                  </a:lnTo>
                  <a:lnTo>
                    <a:pt x="0" y="27368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22604" y="1888464"/>
            <a:ext cx="134810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50" b="1" spc="3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V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3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14683" y="1889188"/>
            <a:ext cx="53086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700" spc="-10" dirty="0">
                <a:solidFill>
                  <a:srgbClr val="8B99A6"/>
                </a:solidFill>
                <a:latin typeface="Consolas" panose="020B0609020204030204"/>
                <a:cs typeface="Consolas" panose="020B0609020204030204"/>
              </a:rPr>
              <a:t>showFood()</a:t>
            </a:r>
            <a:endParaRPr sz="700">
              <a:latin typeface="Consolas" panose="020B0609020204030204"/>
              <a:cs typeface="Consolas" panose="020B060902020403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19467" y="2135987"/>
            <a:ext cx="5036185" cy="3606165"/>
            <a:chOff x="819467" y="2135987"/>
            <a:chExt cx="5036185" cy="3606165"/>
          </a:xfrm>
        </p:grpSpPr>
        <p:sp>
          <p:nvSpPr>
            <p:cNvPr id="26" name="object 26"/>
            <p:cNvSpPr/>
            <p:nvPr/>
          </p:nvSpPr>
          <p:spPr>
            <a:xfrm>
              <a:off x="822960" y="2139480"/>
              <a:ext cx="5029200" cy="0"/>
            </a:xfrm>
            <a:custGeom>
              <a:avLst/>
              <a:gdLst/>
              <a:ahLst/>
              <a:cxnLst/>
              <a:rect l="l" t="t" r="r" b="b"/>
              <a:pathLst>
                <a:path w="5029200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22604" y="2331364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511" y="0"/>
                  </a:moveTo>
                  <a:lnTo>
                    <a:pt x="115282" y="5310"/>
                  </a:lnTo>
                  <a:lnTo>
                    <a:pt x="77749" y="20878"/>
                  </a:lnTo>
                  <a:lnTo>
                    <a:pt x="45537" y="45537"/>
                  </a:lnTo>
                  <a:lnTo>
                    <a:pt x="20878" y="77749"/>
                  </a:lnTo>
                  <a:lnTo>
                    <a:pt x="5310" y="115282"/>
                  </a:lnTo>
                  <a:lnTo>
                    <a:pt x="0" y="155511"/>
                  </a:lnTo>
                  <a:lnTo>
                    <a:pt x="1338" y="175866"/>
                  </a:lnTo>
                  <a:lnTo>
                    <a:pt x="11846" y="214947"/>
                  </a:lnTo>
                  <a:lnTo>
                    <a:pt x="32195" y="250262"/>
                  </a:lnTo>
                  <a:lnTo>
                    <a:pt x="60767" y="278840"/>
                  </a:lnTo>
                  <a:lnTo>
                    <a:pt x="96077" y="299189"/>
                  </a:lnTo>
                  <a:lnTo>
                    <a:pt x="135161" y="309696"/>
                  </a:lnTo>
                  <a:lnTo>
                    <a:pt x="155511" y="311035"/>
                  </a:lnTo>
                  <a:lnTo>
                    <a:pt x="175866" y="309696"/>
                  </a:lnTo>
                  <a:lnTo>
                    <a:pt x="214947" y="299189"/>
                  </a:lnTo>
                  <a:lnTo>
                    <a:pt x="250262" y="278840"/>
                  </a:lnTo>
                  <a:lnTo>
                    <a:pt x="278840" y="250262"/>
                  </a:lnTo>
                  <a:lnTo>
                    <a:pt x="299189" y="214947"/>
                  </a:lnTo>
                  <a:lnTo>
                    <a:pt x="309696" y="175866"/>
                  </a:lnTo>
                  <a:lnTo>
                    <a:pt x="311035" y="155511"/>
                  </a:lnTo>
                  <a:lnTo>
                    <a:pt x="309696" y="135161"/>
                  </a:lnTo>
                  <a:lnTo>
                    <a:pt x="299189" y="96077"/>
                  </a:lnTo>
                  <a:lnTo>
                    <a:pt x="278840" y="60767"/>
                  </a:lnTo>
                  <a:lnTo>
                    <a:pt x="250262" y="32195"/>
                  </a:lnTo>
                  <a:lnTo>
                    <a:pt x="214947" y="11846"/>
                  </a:lnTo>
                  <a:lnTo>
                    <a:pt x="175866" y="1338"/>
                  </a:lnTo>
                  <a:lnTo>
                    <a:pt x="155511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local_pizza icon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05395" y="2413800"/>
              <a:ext cx="145796" cy="14579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22604" y="2888996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511" y="0"/>
                  </a:moveTo>
                  <a:lnTo>
                    <a:pt x="115282" y="5310"/>
                  </a:lnTo>
                  <a:lnTo>
                    <a:pt x="77749" y="20878"/>
                  </a:lnTo>
                  <a:lnTo>
                    <a:pt x="45537" y="45543"/>
                  </a:lnTo>
                  <a:lnTo>
                    <a:pt x="20878" y="77762"/>
                  </a:lnTo>
                  <a:lnTo>
                    <a:pt x="5310" y="115295"/>
                  </a:lnTo>
                  <a:lnTo>
                    <a:pt x="0" y="155524"/>
                  </a:lnTo>
                  <a:lnTo>
                    <a:pt x="1338" y="175873"/>
                  </a:lnTo>
                  <a:lnTo>
                    <a:pt x="11846" y="214958"/>
                  </a:lnTo>
                  <a:lnTo>
                    <a:pt x="32195" y="250273"/>
                  </a:lnTo>
                  <a:lnTo>
                    <a:pt x="60767" y="278847"/>
                  </a:lnTo>
                  <a:lnTo>
                    <a:pt x="96077" y="299202"/>
                  </a:lnTo>
                  <a:lnTo>
                    <a:pt x="135161" y="309709"/>
                  </a:lnTo>
                  <a:lnTo>
                    <a:pt x="155511" y="311048"/>
                  </a:lnTo>
                  <a:lnTo>
                    <a:pt x="175866" y="309709"/>
                  </a:lnTo>
                  <a:lnTo>
                    <a:pt x="214947" y="299202"/>
                  </a:lnTo>
                  <a:lnTo>
                    <a:pt x="250262" y="278847"/>
                  </a:lnTo>
                  <a:lnTo>
                    <a:pt x="278840" y="250273"/>
                  </a:lnTo>
                  <a:lnTo>
                    <a:pt x="299189" y="214958"/>
                  </a:lnTo>
                  <a:lnTo>
                    <a:pt x="309696" y="175873"/>
                  </a:lnTo>
                  <a:lnTo>
                    <a:pt x="311035" y="155524"/>
                  </a:lnTo>
                  <a:lnTo>
                    <a:pt x="309696" y="135174"/>
                  </a:lnTo>
                  <a:lnTo>
                    <a:pt x="299189" y="96089"/>
                  </a:lnTo>
                  <a:lnTo>
                    <a:pt x="278840" y="60774"/>
                  </a:lnTo>
                  <a:lnTo>
                    <a:pt x="250262" y="32201"/>
                  </a:lnTo>
                  <a:lnTo>
                    <a:pt x="214947" y="11846"/>
                  </a:lnTo>
                  <a:lnTo>
                    <a:pt x="175866" y="1338"/>
                  </a:lnTo>
                  <a:lnTo>
                    <a:pt x="155511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lunch_dining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395" y="2971444"/>
              <a:ext cx="145796" cy="14579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22604" y="3446995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511" y="0"/>
                  </a:moveTo>
                  <a:lnTo>
                    <a:pt x="115282" y="5310"/>
                  </a:lnTo>
                  <a:lnTo>
                    <a:pt x="77749" y="20878"/>
                  </a:lnTo>
                  <a:lnTo>
                    <a:pt x="45537" y="45543"/>
                  </a:lnTo>
                  <a:lnTo>
                    <a:pt x="20878" y="77762"/>
                  </a:lnTo>
                  <a:lnTo>
                    <a:pt x="5310" y="115295"/>
                  </a:lnTo>
                  <a:lnTo>
                    <a:pt x="0" y="155524"/>
                  </a:lnTo>
                  <a:lnTo>
                    <a:pt x="1338" y="175873"/>
                  </a:lnTo>
                  <a:lnTo>
                    <a:pt x="11846" y="214958"/>
                  </a:lnTo>
                  <a:lnTo>
                    <a:pt x="32195" y="250273"/>
                  </a:lnTo>
                  <a:lnTo>
                    <a:pt x="60767" y="278847"/>
                  </a:lnTo>
                  <a:lnTo>
                    <a:pt x="96077" y="299202"/>
                  </a:lnTo>
                  <a:lnTo>
                    <a:pt x="135161" y="309709"/>
                  </a:lnTo>
                  <a:lnTo>
                    <a:pt x="155511" y="311048"/>
                  </a:lnTo>
                  <a:lnTo>
                    <a:pt x="175866" y="309709"/>
                  </a:lnTo>
                  <a:lnTo>
                    <a:pt x="214947" y="299202"/>
                  </a:lnTo>
                  <a:lnTo>
                    <a:pt x="250262" y="278847"/>
                  </a:lnTo>
                  <a:lnTo>
                    <a:pt x="278840" y="250273"/>
                  </a:lnTo>
                  <a:lnTo>
                    <a:pt x="299189" y="214958"/>
                  </a:lnTo>
                  <a:lnTo>
                    <a:pt x="309696" y="175873"/>
                  </a:lnTo>
                  <a:lnTo>
                    <a:pt x="311035" y="155524"/>
                  </a:lnTo>
                  <a:lnTo>
                    <a:pt x="309696" y="135174"/>
                  </a:lnTo>
                  <a:lnTo>
                    <a:pt x="299189" y="96089"/>
                  </a:lnTo>
                  <a:lnTo>
                    <a:pt x="278840" y="60774"/>
                  </a:lnTo>
                  <a:lnTo>
                    <a:pt x="250262" y="32201"/>
                  </a:lnTo>
                  <a:lnTo>
                    <a:pt x="214947" y="11846"/>
                  </a:lnTo>
                  <a:lnTo>
                    <a:pt x="175866" y="1338"/>
                  </a:lnTo>
                  <a:lnTo>
                    <a:pt x="155511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breakfast_dining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395" y="3529088"/>
              <a:ext cx="145796" cy="14579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22604" y="400464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511" y="0"/>
                  </a:moveTo>
                  <a:lnTo>
                    <a:pt x="115282" y="5310"/>
                  </a:lnTo>
                  <a:lnTo>
                    <a:pt x="77749" y="20878"/>
                  </a:lnTo>
                  <a:lnTo>
                    <a:pt x="45537" y="45539"/>
                  </a:lnTo>
                  <a:lnTo>
                    <a:pt x="20878" y="77762"/>
                  </a:lnTo>
                  <a:lnTo>
                    <a:pt x="5310" y="115290"/>
                  </a:lnTo>
                  <a:lnTo>
                    <a:pt x="0" y="155524"/>
                  </a:lnTo>
                  <a:lnTo>
                    <a:pt x="1338" y="175873"/>
                  </a:lnTo>
                  <a:lnTo>
                    <a:pt x="11846" y="214953"/>
                  </a:lnTo>
                  <a:lnTo>
                    <a:pt x="32195" y="250262"/>
                  </a:lnTo>
                  <a:lnTo>
                    <a:pt x="60767" y="278840"/>
                  </a:lnTo>
                  <a:lnTo>
                    <a:pt x="96077" y="299189"/>
                  </a:lnTo>
                  <a:lnTo>
                    <a:pt x="135161" y="309696"/>
                  </a:lnTo>
                  <a:lnTo>
                    <a:pt x="155511" y="311035"/>
                  </a:lnTo>
                  <a:lnTo>
                    <a:pt x="175866" y="309696"/>
                  </a:lnTo>
                  <a:lnTo>
                    <a:pt x="214947" y="299189"/>
                  </a:lnTo>
                  <a:lnTo>
                    <a:pt x="250262" y="278840"/>
                  </a:lnTo>
                  <a:lnTo>
                    <a:pt x="278840" y="250262"/>
                  </a:lnTo>
                  <a:lnTo>
                    <a:pt x="299189" y="214953"/>
                  </a:lnTo>
                  <a:lnTo>
                    <a:pt x="309696" y="175873"/>
                  </a:lnTo>
                  <a:lnTo>
                    <a:pt x="311035" y="155524"/>
                  </a:lnTo>
                  <a:lnTo>
                    <a:pt x="309696" y="135169"/>
                  </a:lnTo>
                  <a:lnTo>
                    <a:pt x="299189" y="96088"/>
                  </a:lnTo>
                  <a:lnTo>
                    <a:pt x="278840" y="60773"/>
                  </a:lnTo>
                  <a:lnTo>
                    <a:pt x="250262" y="32195"/>
                  </a:lnTo>
                  <a:lnTo>
                    <a:pt x="214947" y="11846"/>
                  </a:lnTo>
                  <a:lnTo>
                    <a:pt x="175866" y="1338"/>
                  </a:lnTo>
                  <a:lnTo>
                    <a:pt x="155511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rice_bowl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5395" y="4087088"/>
              <a:ext cx="145796" cy="14579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22604" y="456264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511" y="0"/>
                  </a:moveTo>
                  <a:lnTo>
                    <a:pt x="115282" y="5310"/>
                  </a:lnTo>
                  <a:lnTo>
                    <a:pt x="77749" y="20878"/>
                  </a:lnTo>
                  <a:lnTo>
                    <a:pt x="45537" y="45539"/>
                  </a:lnTo>
                  <a:lnTo>
                    <a:pt x="20878" y="77762"/>
                  </a:lnTo>
                  <a:lnTo>
                    <a:pt x="5310" y="115290"/>
                  </a:lnTo>
                  <a:lnTo>
                    <a:pt x="0" y="155524"/>
                  </a:lnTo>
                  <a:lnTo>
                    <a:pt x="1338" y="175873"/>
                  </a:lnTo>
                  <a:lnTo>
                    <a:pt x="11846" y="214953"/>
                  </a:lnTo>
                  <a:lnTo>
                    <a:pt x="32195" y="250262"/>
                  </a:lnTo>
                  <a:lnTo>
                    <a:pt x="60767" y="278840"/>
                  </a:lnTo>
                  <a:lnTo>
                    <a:pt x="96077" y="299189"/>
                  </a:lnTo>
                  <a:lnTo>
                    <a:pt x="135161" y="309696"/>
                  </a:lnTo>
                  <a:lnTo>
                    <a:pt x="155511" y="311035"/>
                  </a:lnTo>
                  <a:lnTo>
                    <a:pt x="175866" y="309696"/>
                  </a:lnTo>
                  <a:lnTo>
                    <a:pt x="214947" y="299189"/>
                  </a:lnTo>
                  <a:lnTo>
                    <a:pt x="250262" y="278840"/>
                  </a:lnTo>
                  <a:lnTo>
                    <a:pt x="278840" y="250262"/>
                  </a:lnTo>
                  <a:lnTo>
                    <a:pt x="299189" y="214953"/>
                  </a:lnTo>
                  <a:lnTo>
                    <a:pt x="309696" y="175873"/>
                  </a:lnTo>
                  <a:lnTo>
                    <a:pt x="311035" y="155524"/>
                  </a:lnTo>
                  <a:lnTo>
                    <a:pt x="309696" y="135169"/>
                  </a:lnTo>
                  <a:lnTo>
                    <a:pt x="299189" y="96088"/>
                  </a:lnTo>
                  <a:lnTo>
                    <a:pt x="278840" y="60773"/>
                  </a:lnTo>
                  <a:lnTo>
                    <a:pt x="250262" y="32195"/>
                  </a:lnTo>
                  <a:lnTo>
                    <a:pt x="214947" y="11846"/>
                  </a:lnTo>
                  <a:lnTo>
                    <a:pt x="175866" y="1338"/>
                  </a:lnTo>
                  <a:lnTo>
                    <a:pt x="155511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local_cafe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5395" y="4644720"/>
              <a:ext cx="145796" cy="14579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22960" y="5504395"/>
              <a:ext cx="868680" cy="238125"/>
            </a:xfrm>
            <a:custGeom>
              <a:avLst/>
              <a:gdLst/>
              <a:ahLst/>
              <a:cxnLst/>
              <a:rect l="l" t="t" r="r" b="b"/>
              <a:pathLst>
                <a:path w="868680" h="238125">
                  <a:moveTo>
                    <a:pt x="749884" y="0"/>
                  </a:moveTo>
                  <a:lnTo>
                    <a:pt x="118795" y="0"/>
                  </a:lnTo>
                  <a:lnTo>
                    <a:pt x="103237" y="1008"/>
                  </a:lnTo>
                  <a:lnTo>
                    <a:pt x="59397" y="15849"/>
                  </a:lnTo>
                  <a:lnTo>
                    <a:pt x="24516" y="46469"/>
                  </a:lnTo>
                  <a:lnTo>
                    <a:pt x="4003" y="88026"/>
                  </a:lnTo>
                  <a:lnTo>
                    <a:pt x="0" y="118808"/>
                  </a:lnTo>
                  <a:lnTo>
                    <a:pt x="1006" y="134365"/>
                  </a:lnTo>
                  <a:lnTo>
                    <a:pt x="15836" y="178206"/>
                  </a:lnTo>
                  <a:lnTo>
                    <a:pt x="46467" y="213087"/>
                  </a:lnTo>
                  <a:lnTo>
                    <a:pt x="88015" y="233600"/>
                  </a:lnTo>
                  <a:lnTo>
                    <a:pt x="118795" y="237604"/>
                  </a:lnTo>
                  <a:lnTo>
                    <a:pt x="749884" y="237604"/>
                  </a:lnTo>
                  <a:lnTo>
                    <a:pt x="795345" y="228646"/>
                  </a:lnTo>
                  <a:lnTo>
                    <a:pt x="833896" y="202820"/>
                  </a:lnTo>
                  <a:lnTo>
                    <a:pt x="859721" y="164264"/>
                  </a:lnTo>
                  <a:lnTo>
                    <a:pt x="868679" y="118808"/>
                  </a:lnTo>
                  <a:lnTo>
                    <a:pt x="867673" y="103249"/>
                  </a:lnTo>
                  <a:lnTo>
                    <a:pt x="852843" y="59397"/>
                  </a:lnTo>
                  <a:lnTo>
                    <a:pt x="822212" y="24527"/>
                  </a:lnTo>
                  <a:lnTo>
                    <a:pt x="780664" y="4010"/>
                  </a:lnTo>
                  <a:lnTo>
                    <a:pt x="749884" y="0"/>
                  </a:lnTo>
                  <a:close/>
                </a:path>
              </a:pathLst>
            </a:custGeom>
            <a:solidFill>
              <a:srgbClr val="C5A0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261440" y="2203447"/>
            <a:ext cx="3579495" cy="429259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5"/>
              </a:spcBef>
            </a:pPr>
            <a:r>
              <a:rPr sz="115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Pizza</a:t>
            </a:r>
            <a:endParaRPr sz="11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tabLst>
                <a:tab pos="3566160" algn="l"/>
              </a:tabLst>
            </a:pPr>
            <a:r>
              <a:rPr sz="80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Wood-</a:t>
            </a:r>
            <a:r>
              <a:rPr sz="8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fired,</a:t>
            </a:r>
            <a:r>
              <a:rPr sz="800" spc="2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mozzarella,</a:t>
            </a:r>
            <a:r>
              <a:rPr sz="800" spc="3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bas</a:t>
            </a:r>
            <a:r>
              <a:rPr sz="800" u="sng" spc="-40" dirty="0">
                <a:solidFill>
                  <a:srgbClr val="5E6D79"/>
                </a:solidFill>
                <a:uFill>
                  <a:solidFill>
                    <a:srgbClr val="D9CCB9"/>
                  </a:solidFill>
                </a:uFill>
                <a:latin typeface="Segoe UI" panose="020B0502040204020203"/>
                <a:cs typeface="Segoe UI" panose="020B0502040204020203"/>
              </a:rPr>
              <a:t> </a:t>
            </a:r>
            <a:r>
              <a:rPr sz="800" u="sng" spc="-25" dirty="0">
                <a:solidFill>
                  <a:srgbClr val="5E6D79"/>
                </a:solidFill>
                <a:uFill>
                  <a:solidFill>
                    <a:srgbClr val="D9CCB9"/>
                  </a:solidFill>
                </a:uFill>
                <a:latin typeface="Segoe UI" panose="020B0502040204020203"/>
                <a:cs typeface="Segoe UI" panose="020B0502040204020203"/>
              </a:rPr>
              <a:t>il</a:t>
            </a:r>
            <a:r>
              <a:rPr sz="800" u="sng" dirty="0">
                <a:solidFill>
                  <a:srgbClr val="5E6D79"/>
                </a:solidFill>
                <a:uFill>
                  <a:solidFill>
                    <a:srgbClr val="D9CCB9"/>
                  </a:solidFill>
                </a:uFill>
                <a:latin typeface="Segoe UI" panose="020B0502040204020203"/>
                <a:cs typeface="Segoe UI" panose="020B0502040204020203"/>
              </a:rPr>
              <a:t>	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20880" y="2300300"/>
            <a:ext cx="35242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15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₹250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61440" y="2760583"/>
            <a:ext cx="3602354" cy="4305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90"/>
              </a:spcBef>
            </a:pPr>
            <a:r>
              <a:rPr sz="115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Burger</a:t>
            </a:r>
            <a:endParaRPr sz="11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tabLst>
                <a:tab pos="3589020" algn="l"/>
              </a:tabLst>
            </a:pPr>
            <a:r>
              <a:rPr sz="8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House patty, cheddar, fries</a:t>
            </a:r>
            <a:r>
              <a:rPr sz="80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u="sng" dirty="0">
                <a:solidFill>
                  <a:srgbClr val="5E6D79"/>
                </a:solidFill>
                <a:uFill>
                  <a:solidFill>
                    <a:srgbClr val="D9CCB9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20880" y="2858300"/>
            <a:ext cx="35242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15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₹100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61440" y="3318196"/>
            <a:ext cx="3602354" cy="4305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90"/>
              </a:spcBef>
            </a:pPr>
            <a:r>
              <a:rPr sz="115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Sandwich</a:t>
            </a:r>
            <a:endParaRPr sz="11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tabLst>
                <a:tab pos="1252855" algn="l"/>
                <a:tab pos="3589020" algn="l"/>
              </a:tabLst>
            </a:pPr>
            <a:r>
              <a:rPr sz="8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Grilled</a:t>
            </a:r>
            <a:r>
              <a:rPr sz="800" spc="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vegetables,</a:t>
            </a:r>
            <a:r>
              <a:rPr sz="800" spc="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pesto</a:t>
            </a:r>
            <a:r>
              <a:rPr sz="8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	</a:t>
            </a:r>
            <a:r>
              <a:rPr sz="800" u="sng" dirty="0">
                <a:solidFill>
                  <a:srgbClr val="5E6D79"/>
                </a:solidFill>
                <a:uFill>
                  <a:solidFill>
                    <a:srgbClr val="D9CCB9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20880" y="3415931"/>
            <a:ext cx="35242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15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₹120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55" name="object 55" descr="Elegant hotel restaurant table setting"/>
          <p:cNvGrpSpPr/>
          <p:nvPr/>
        </p:nvGrpSpPr>
        <p:grpSpPr>
          <a:xfrm>
            <a:off x="6309359" y="1774088"/>
            <a:ext cx="5285105" cy="2212975"/>
            <a:chOff x="6309359" y="1774088"/>
            <a:chExt cx="5285105" cy="2212975"/>
          </a:xfrm>
        </p:grpSpPr>
        <p:pic>
          <p:nvPicPr>
            <p:cNvPr id="56" name="object 56" descr="Elegant hotel restaurant table setti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9359" y="1774088"/>
              <a:ext cx="5284800" cy="221255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309359" y="3474364"/>
              <a:ext cx="5285105" cy="511809"/>
            </a:xfrm>
            <a:custGeom>
              <a:avLst/>
              <a:gdLst/>
              <a:ahLst/>
              <a:cxnLst/>
              <a:rect l="l" t="t" r="r" b="b"/>
              <a:pathLst>
                <a:path w="5285105" h="511810">
                  <a:moveTo>
                    <a:pt x="5284800" y="0"/>
                  </a:moveTo>
                  <a:lnTo>
                    <a:pt x="0" y="0"/>
                  </a:lnTo>
                  <a:lnTo>
                    <a:pt x="0" y="511556"/>
                  </a:lnTo>
                  <a:lnTo>
                    <a:pt x="2642400" y="511556"/>
                  </a:lnTo>
                  <a:lnTo>
                    <a:pt x="5284800" y="511556"/>
                  </a:lnTo>
                  <a:lnTo>
                    <a:pt x="5284800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6497535" y="3635184"/>
            <a:ext cx="343852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9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9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-</a:t>
            </a:r>
            <a:r>
              <a:rPr sz="750" b="1" spc="-8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9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50" b="1" spc="26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750" b="1" spc="204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50" b="1" spc="21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50" b="1" spc="-8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50" b="1" spc="-9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50" b="1" spc="-8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9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8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26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27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5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750" b="1" spc="27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26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9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9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50" b="1" spc="26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50" b="1" spc="-8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9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50" b="1" spc="-8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61440" y="3876705"/>
            <a:ext cx="868680" cy="429259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5"/>
              </a:spcBef>
            </a:pPr>
            <a:r>
              <a:rPr sz="115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Biryani</a:t>
            </a:r>
            <a:endParaRPr sz="11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r>
              <a:rPr sz="8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Aromatic rice,</a:t>
            </a:r>
            <a:r>
              <a:rPr sz="800" spc="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raita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420880" y="3973576"/>
            <a:ext cx="35242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15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₹180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14600" y="4156824"/>
            <a:ext cx="23488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2335530" algn="l"/>
              </a:tabLst>
            </a:pPr>
            <a:r>
              <a:rPr sz="800" u="sng" dirty="0">
                <a:solidFill>
                  <a:srgbClr val="5E6D79"/>
                </a:solidFill>
                <a:uFill>
                  <a:solidFill>
                    <a:srgbClr val="D9CCB9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61440" y="4433840"/>
            <a:ext cx="753110" cy="4305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90"/>
              </a:spcBef>
            </a:pPr>
            <a:r>
              <a:rPr sz="115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Coffee</a:t>
            </a:r>
            <a:endParaRPr sz="11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r>
              <a:rPr sz="8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Filter</a:t>
            </a:r>
            <a:r>
              <a:rPr sz="800" spc="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coffee,</a:t>
            </a:r>
            <a:r>
              <a:rPr sz="800" spc="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2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hot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05843" y="4531575"/>
            <a:ext cx="26733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15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₹50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514600" y="4714824"/>
            <a:ext cx="23488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2335530" algn="l"/>
              </a:tabLst>
            </a:pPr>
            <a:r>
              <a:rPr sz="800" u="sng" dirty="0">
                <a:solidFill>
                  <a:srgbClr val="5E6D79"/>
                </a:solidFill>
                <a:uFill>
                  <a:solidFill>
                    <a:srgbClr val="D9CCB9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22604" y="5199379"/>
            <a:ext cx="301307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Admin</a:t>
            </a:r>
            <a:r>
              <a:rPr sz="800" i="1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can</a:t>
            </a:r>
            <a:r>
              <a:rPr sz="800" i="1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add</a:t>
            </a:r>
            <a:r>
              <a:rPr sz="800" i="1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items</a:t>
            </a:r>
            <a:r>
              <a:rPr sz="800" i="1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800" i="1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update</a:t>
            </a:r>
            <a:r>
              <a:rPr sz="800" i="1" spc="1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prices;</a:t>
            </a:r>
            <a:r>
              <a:rPr sz="800" i="1" spc="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changes</a:t>
            </a:r>
            <a:r>
              <a:rPr sz="800" i="1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persist</a:t>
            </a:r>
            <a:r>
              <a:rPr sz="800" i="1" spc="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800" i="1" spc="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food.txt.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305224" y="4129015"/>
            <a:ext cx="5293360" cy="1361440"/>
            <a:chOff x="6305224" y="4129015"/>
            <a:chExt cx="5293360" cy="1361440"/>
          </a:xfrm>
        </p:grpSpPr>
        <p:sp>
          <p:nvSpPr>
            <p:cNvPr id="60" name="object 60"/>
            <p:cNvSpPr/>
            <p:nvPr/>
          </p:nvSpPr>
          <p:spPr>
            <a:xfrm>
              <a:off x="6309004" y="4132795"/>
              <a:ext cx="5285740" cy="1353820"/>
            </a:xfrm>
            <a:custGeom>
              <a:avLst/>
              <a:gdLst/>
              <a:ahLst/>
              <a:cxnLst/>
              <a:rect l="l" t="t" r="r" b="b"/>
              <a:pathLst>
                <a:path w="5285740" h="1353820">
                  <a:moveTo>
                    <a:pt x="26631" y="0"/>
                  </a:moveTo>
                  <a:lnTo>
                    <a:pt x="4673" y="16205"/>
                  </a:lnTo>
                  <a:lnTo>
                    <a:pt x="1790" y="20878"/>
                  </a:lnTo>
                  <a:lnTo>
                    <a:pt x="355" y="26288"/>
                  </a:lnTo>
                  <a:lnTo>
                    <a:pt x="0" y="1327327"/>
                  </a:lnTo>
                  <a:lnTo>
                    <a:pt x="1435" y="1332725"/>
                  </a:lnTo>
                  <a:lnTo>
                    <a:pt x="4318" y="1337767"/>
                  </a:lnTo>
                  <a:lnTo>
                    <a:pt x="7200" y="1342440"/>
                  </a:lnTo>
                  <a:lnTo>
                    <a:pt x="11150" y="1346403"/>
                  </a:lnTo>
                  <a:lnTo>
                    <a:pt x="16192" y="1349286"/>
                  </a:lnTo>
                  <a:lnTo>
                    <a:pt x="20878" y="1352168"/>
                  </a:lnTo>
                  <a:lnTo>
                    <a:pt x="26276" y="1353604"/>
                  </a:lnTo>
                  <a:lnTo>
                    <a:pt x="5259235" y="1353604"/>
                  </a:lnTo>
                  <a:lnTo>
                    <a:pt x="5281193" y="1337398"/>
                  </a:lnTo>
                  <a:lnTo>
                    <a:pt x="5284076" y="1332725"/>
                  </a:lnTo>
                  <a:lnTo>
                    <a:pt x="5285511" y="1327327"/>
                  </a:lnTo>
                  <a:lnTo>
                    <a:pt x="5285416" y="26288"/>
                  </a:lnTo>
                  <a:lnTo>
                    <a:pt x="5284076" y="21247"/>
                  </a:lnTo>
                  <a:lnTo>
                    <a:pt x="5281193" y="16205"/>
                  </a:lnTo>
                  <a:lnTo>
                    <a:pt x="5278310" y="11518"/>
                  </a:lnTo>
                  <a:lnTo>
                    <a:pt x="5274360" y="7569"/>
                  </a:lnTo>
                  <a:lnTo>
                    <a:pt x="5269318" y="4686"/>
                  </a:lnTo>
                  <a:lnTo>
                    <a:pt x="5264632" y="1803"/>
                  </a:lnTo>
                  <a:lnTo>
                    <a:pt x="5259235" y="368"/>
                  </a:lnTo>
                  <a:lnTo>
                    <a:pt x="26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309004" y="4132795"/>
              <a:ext cx="5285740" cy="1353820"/>
            </a:xfrm>
            <a:custGeom>
              <a:avLst/>
              <a:gdLst/>
              <a:ahLst/>
              <a:cxnLst/>
              <a:rect l="l" t="t" r="r" b="b"/>
              <a:pathLst>
                <a:path w="5285740" h="1353820">
                  <a:moveTo>
                    <a:pt x="355" y="32042"/>
                  </a:moveTo>
                  <a:lnTo>
                    <a:pt x="355" y="26288"/>
                  </a:lnTo>
                  <a:lnTo>
                    <a:pt x="1790" y="20878"/>
                  </a:lnTo>
                  <a:lnTo>
                    <a:pt x="4673" y="16205"/>
                  </a:lnTo>
                  <a:lnTo>
                    <a:pt x="7556" y="11163"/>
                  </a:lnTo>
                  <a:lnTo>
                    <a:pt x="11518" y="7200"/>
                  </a:lnTo>
                  <a:lnTo>
                    <a:pt x="16192" y="4317"/>
                  </a:lnTo>
                  <a:lnTo>
                    <a:pt x="21234" y="1447"/>
                  </a:lnTo>
                  <a:lnTo>
                    <a:pt x="26631" y="0"/>
                  </a:lnTo>
                  <a:lnTo>
                    <a:pt x="32397" y="0"/>
                  </a:lnTo>
                  <a:lnTo>
                    <a:pt x="5253469" y="368"/>
                  </a:lnTo>
                  <a:lnTo>
                    <a:pt x="5259235" y="368"/>
                  </a:lnTo>
                  <a:lnTo>
                    <a:pt x="5264632" y="1803"/>
                  </a:lnTo>
                  <a:lnTo>
                    <a:pt x="5269318" y="4686"/>
                  </a:lnTo>
                  <a:lnTo>
                    <a:pt x="5274360" y="7569"/>
                  </a:lnTo>
                  <a:lnTo>
                    <a:pt x="5278310" y="11518"/>
                  </a:lnTo>
                  <a:lnTo>
                    <a:pt x="5281193" y="16205"/>
                  </a:lnTo>
                  <a:lnTo>
                    <a:pt x="5284076" y="21247"/>
                  </a:lnTo>
                  <a:lnTo>
                    <a:pt x="5285511" y="26644"/>
                  </a:lnTo>
                  <a:lnTo>
                    <a:pt x="5285511" y="32410"/>
                  </a:lnTo>
                  <a:lnTo>
                    <a:pt x="5285511" y="1321561"/>
                  </a:lnTo>
                  <a:lnTo>
                    <a:pt x="5285511" y="1327327"/>
                  </a:lnTo>
                  <a:lnTo>
                    <a:pt x="5284076" y="1332725"/>
                  </a:lnTo>
                  <a:lnTo>
                    <a:pt x="5281193" y="1337398"/>
                  </a:lnTo>
                  <a:lnTo>
                    <a:pt x="5278310" y="1342440"/>
                  </a:lnTo>
                  <a:lnTo>
                    <a:pt x="5274360" y="1346403"/>
                  </a:lnTo>
                  <a:lnTo>
                    <a:pt x="5269674" y="1349286"/>
                  </a:lnTo>
                  <a:lnTo>
                    <a:pt x="5264632" y="1352168"/>
                  </a:lnTo>
                  <a:lnTo>
                    <a:pt x="5259235" y="1353604"/>
                  </a:lnTo>
                  <a:lnTo>
                    <a:pt x="5253469" y="1353604"/>
                  </a:lnTo>
                  <a:lnTo>
                    <a:pt x="32029" y="1353604"/>
                  </a:lnTo>
                  <a:lnTo>
                    <a:pt x="26276" y="1353604"/>
                  </a:lnTo>
                  <a:lnTo>
                    <a:pt x="20878" y="1352168"/>
                  </a:lnTo>
                  <a:lnTo>
                    <a:pt x="16192" y="1349286"/>
                  </a:lnTo>
                  <a:lnTo>
                    <a:pt x="11150" y="1346403"/>
                  </a:lnTo>
                  <a:lnTo>
                    <a:pt x="7200" y="1342440"/>
                  </a:lnTo>
                  <a:lnTo>
                    <a:pt x="4318" y="1337767"/>
                  </a:lnTo>
                  <a:lnTo>
                    <a:pt x="1435" y="1332725"/>
                  </a:lnTo>
                  <a:lnTo>
                    <a:pt x="0" y="1327327"/>
                  </a:lnTo>
                  <a:lnTo>
                    <a:pt x="0" y="1321561"/>
                  </a:lnTo>
                  <a:lnTo>
                    <a:pt x="355" y="32042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6497535" y="4220184"/>
            <a:ext cx="174815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2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750" b="1" spc="2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50" b="1" spc="2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(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)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6478854" y="4481845"/>
          <a:ext cx="3947160" cy="671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2930"/>
                <a:gridCol w="829944"/>
                <a:gridCol w="1186814"/>
              </a:tblGrid>
              <a:tr h="2032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  <a:tabLst>
                          <a:tab pos="259715" algn="l"/>
                        </a:tabLst>
                      </a:pPr>
                      <a:r>
                        <a:rPr sz="975" b="1" spc="-37" baseline="900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01</a:t>
                      </a:r>
                      <a:r>
                        <a:rPr sz="975" b="1" baseline="900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	</a:t>
                      </a: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Enter</a:t>
                      </a:r>
                      <a:r>
                        <a:rPr sz="800" spc="85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room</a:t>
                      </a:r>
                      <a:r>
                        <a:rPr sz="800" spc="8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number</a:t>
                      </a:r>
                      <a:endParaRPr sz="8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650" b="1" spc="-2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02</a:t>
                      </a:r>
                      <a:endParaRPr sz="6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Validate</a:t>
                      </a:r>
                      <a:r>
                        <a:rPr sz="800" spc="4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active</a:t>
                      </a:r>
                      <a:r>
                        <a:rPr sz="800" spc="4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booking</a:t>
                      </a:r>
                      <a:endParaRPr sz="8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3335" marB="0"/>
                </a:tc>
              </a:tr>
              <a:tr h="2647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90"/>
                        </a:spcBef>
                        <a:tabLst>
                          <a:tab pos="259715" algn="l"/>
                        </a:tabLst>
                      </a:pPr>
                      <a:r>
                        <a:rPr sz="975" b="1" spc="-37" baseline="900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03</a:t>
                      </a:r>
                      <a:r>
                        <a:rPr sz="975" b="1" baseline="900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	</a:t>
                      </a: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Display</a:t>
                      </a:r>
                      <a:r>
                        <a:rPr sz="800" spc="6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food</a:t>
                      </a:r>
                      <a:r>
                        <a:rPr sz="800" spc="7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spc="-2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menu</a:t>
                      </a:r>
                      <a:endParaRPr sz="8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650" b="1" spc="-2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04</a:t>
                      </a:r>
                      <a:endParaRPr sz="6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255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Select</a:t>
                      </a:r>
                      <a:r>
                        <a:rPr sz="800" spc="5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item</a:t>
                      </a:r>
                      <a:r>
                        <a:rPr sz="800" spc="55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&amp;</a:t>
                      </a:r>
                      <a:r>
                        <a:rPr sz="800" spc="55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quantity</a:t>
                      </a:r>
                      <a:endParaRPr sz="8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74930" marB="0"/>
                </a:tc>
              </a:tr>
              <a:tr h="203200">
                <a:tc>
                  <a:txBody>
                    <a:bodyPr/>
                    <a:lstStyle/>
                    <a:p>
                      <a:pPr marL="31750">
                        <a:lnSpc>
                          <a:spcPts val="910"/>
                        </a:lnSpc>
                        <a:spcBef>
                          <a:spcPts val="590"/>
                        </a:spcBef>
                        <a:tabLst>
                          <a:tab pos="259715" algn="l"/>
                        </a:tabLst>
                      </a:pPr>
                      <a:r>
                        <a:rPr sz="975" b="1" spc="-37" baseline="900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05</a:t>
                      </a:r>
                      <a:r>
                        <a:rPr sz="975" b="1" baseline="900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	</a:t>
                      </a: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Update</a:t>
                      </a:r>
                      <a:r>
                        <a:rPr sz="800" spc="7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food</a:t>
                      </a:r>
                      <a:r>
                        <a:rPr sz="800" spc="8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record</a:t>
                      </a:r>
                      <a:endParaRPr sz="8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650" b="1" spc="-2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06</a:t>
                      </a:r>
                      <a:endParaRPr sz="6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255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910"/>
                        </a:lnSpc>
                        <a:spcBef>
                          <a:spcPts val="590"/>
                        </a:spcBef>
                      </a:pP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Save</a:t>
                      </a:r>
                      <a:r>
                        <a:rPr sz="800" spc="75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booking</a:t>
                      </a:r>
                      <a:r>
                        <a:rPr sz="800" spc="85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spc="-2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data</a:t>
                      </a:r>
                      <a:endParaRPr sz="8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74930" marB="0"/>
                </a:tc>
              </a:tr>
            </a:tbl>
          </a:graphicData>
        </a:graphic>
      </p:graphicFrame>
      <p:sp>
        <p:nvSpPr>
          <p:cNvPr id="51" name="object 51"/>
          <p:cNvSpPr txBox="1"/>
          <p:nvPr/>
        </p:nvSpPr>
        <p:spPr>
          <a:xfrm>
            <a:off x="970203" y="5557939"/>
            <a:ext cx="586105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5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650" b="1" spc="1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5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ADD</a:t>
            </a:r>
            <a:r>
              <a:rPr sz="650" b="1" spc="1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4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ITEM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792084" y="5504395"/>
            <a:ext cx="1079500" cy="238125"/>
          </a:xfrm>
          <a:custGeom>
            <a:avLst/>
            <a:gdLst/>
            <a:ahLst/>
            <a:cxnLst/>
            <a:rect l="l" t="t" r="r" b="b"/>
            <a:pathLst>
              <a:path w="1079500" h="238125">
                <a:moveTo>
                  <a:pt x="960119" y="0"/>
                </a:moveTo>
                <a:lnTo>
                  <a:pt x="118795" y="0"/>
                </a:lnTo>
                <a:lnTo>
                  <a:pt x="103237" y="1008"/>
                </a:lnTo>
                <a:lnTo>
                  <a:pt x="59397" y="15849"/>
                </a:lnTo>
                <a:lnTo>
                  <a:pt x="24516" y="46469"/>
                </a:lnTo>
                <a:lnTo>
                  <a:pt x="4003" y="88026"/>
                </a:lnTo>
                <a:lnTo>
                  <a:pt x="0" y="118808"/>
                </a:lnTo>
                <a:lnTo>
                  <a:pt x="1006" y="134365"/>
                </a:lnTo>
                <a:lnTo>
                  <a:pt x="15836" y="178206"/>
                </a:lnTo>
                <a:lnTo>
                  <a:pt x="46467" y="213087"/>
                </a:lnTo>
                <a:lnTo>
                  <a:pt x="88015" y="233600"/>
                </a:lnTo>
                <a:lnTo>
                  <a:pt x="118795" y="237604"/>
                </a:lnTo>
                <a:lnTo>
                  <a:pt x="960119" y="237604"/>
                </a:lnTo>
                <a:lnTo>
                  <a:pt x="1005581" y="228646"/>
                </a:lnTo>
                <a:lnTo>
                  <a:pt x="1044132" y="202820"/>
                </a:lnTo>
                <a:lnTo>
                  <a:pt x="1069957" y="164264"/>
                </a:lnTo>
                <a:lnTo>
                  <a:pt x="1078915" y="118808"/>
                </a:lnTo>
                <a:lnTo>
                  <a:pt x="1077909" y="103249"/>
                </a:lnTo>
                <a:lnTo>
                  <a:pt x="1063078" y="59397"/>
                </a:lnTo>
                <a:lnTo>
                  <a:pt x="1032448" y="24527"/>
                </a:lnTo>
                <a:lnTo>
                  <a:pt x="990900" y="4010"/>
                </a:lnTo>
                <a:lnTo>
                  <a:pt x="960119" y="0"/>
                </a:lnTo>
                <a:close/>
              </a:path>
            </a:pathLst>
          </a:custGeom>
          <a:solidFill>
            <a:srgbClr val="C5A0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948675" y="5557939"/>
            <a:ext cx="775970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5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₹</a:t>
            </a:r>
            <a:r>
              <a:rPr sz="650" b="1" spc="12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UPDATE</a:t>
            </a:r>
            <a:r>
              <a:rPr sz="650" b="1" spc="14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PRICE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46244" y="5537428"/>
            <a:ext cx="107251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7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FoodItem</a:t>
            </a:r>
            <a:r>
              <a:rPr sz="700" spc="26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spc="27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name</a:t>
            </a:r>
            <a:r>
              <a:rPr sz="700" spc="4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700" spc="4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spc="-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price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309359" y="5614199"/>
            <a:ext cx="5285740" cy="494030"/>
          </a:xfrm>
          <a:custGeom>
            <a:avLst/>
            <a:gdLst/>
            <a:ahLst/>
            <a:cxnLst/>
            <a:rect l="l" t="t" r="r" b="b"/>
            <a:pathLst>
              <a:path w="5285740" h="494029">
                <a:moveTo>
                  <a:pt x="5262118" y="0"/>
                </a:moveTo>
                <a:lnTo>
                  <a:pt x="22682" y="0"/>
                </a:lnTo>
                <a:lnTo>
                  <a:pt x="17995" y="1079"/>
                </a:lnTo>
                <a:lnTo>
                  <a:pt x="0" y="22682"/>
                </a:lnTo>
                <a:lnTo>
                  <a:pt x="0" y="471246"/>
                </a:lnTo>
                <a:lnTo>
                  <a:pt x="22682" y="493915"/>
                </a:lnTo>
                <a:lnTo>
                  <a:pt x="5262486" y="493560"/>
                </a:lnTo>
                <a:lnTo>
                  <a:pt x="5285155" y="466204"/>
                </a:lnTo>
                <a:lnTo>
                  <a:pt x="5284803" y="27355"/>
                </a:lnTo>
                <a:lnTo>
                  <a:pt x="5284800" y="22682"/>
                </a:lnTo>
                <a:lnTo>
                  <a:pt x="5267159" y="1435"/>
                </a:lnTo>
                <a:lnTo>
                  <a:pt x="5262118" y="0"/>
                </a:lnTo>
                <a:close/>
              </a:path>
            </a:pathLst>
          </a:custGeom>
          <a:solidFill>
            <a:srgbClr val="0A1A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497535" y="5642840"/>
            <a:ext cx="1167765" cy="34163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6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650" b="1" spc="3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6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6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T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Item</a:t>
            </a:r>
            <a:r>
              <a:rPr sz="900" b="1" spc="-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price</a:t>
            </a:r>
            <a:r>
              <a:rPr sz="900" b="1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×</a:t>
            </a:r>
            <a:r>
              <a:rPr sz="900" b="1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quantity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834740" y="5703023"/>
            <a:ext cx="1603375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2</a:t>
            </a:r>
            <a:r>
              <a:rPr sz="950" b="1" spc="3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×</a:t>
            </a:r>
            <a:r>
              <a:rPr sz="950" b="1" spc="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₹100</a:t>
            </a:r>
            <a:r>
              <a:rPr sz="950" b="1" spc="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950" b="1" spc="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950" b="1" spc="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×</a:t>
            </a:r>
            <a:r>
              <a:rPr sz="950" b="1" spc="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₹50</a:t>
            </a:r>
            <a:r>
              <a:rPr sz="950" b="1" spc="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=</a:t>
            </a:r>
            <a:r>
              <a:rPr sz="950" b="1" spc="4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b="1" spc="-2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₹250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H</a:t>
            </a:r>
            <a:r>
              <a:rPr spc="-5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S</a:t>
            </a:r>
            <a:r>
              <a:rPr spc="320" dirty="0"/>
              <a:t> </a:t>
            </a:r>
            <a:r>
              <a:rPr dirty="0"/>
              <a:t>·</a:t>
            </a:r>
            <a:r>
              <a:rPr spc="325" dirty="0"/>
              <a:t> </a:t>
            </a:r>
            <a:r>
              <a:rPr dirty="0"/>
              <a:t>H</a:t>
            </a:r>
            <a:r>
              <a:rPr spc="-4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L</a:t>
            </a:r>
            <a:r>
              <a:rPr spc="32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T</a:t>
            </a:r>
            <a:r>
              <a:rPr spc="32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Y</a:t>
            </a:r>
            <a:r>
              <a:rPr spc="-5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spc="-50" dirty="0"/>
              <a:t>M</a:t>
            </a:r>
            <a:endParaRPr spc="-50" dirty="0"/>
          </a:p>
        </p:txBody>
      </p:sp>
      <p:sp>
        <p:nvSpPr>
          <p:cNvPr id="70" name="object 7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C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+</a:t>
            </a:r>
            <a:r>
              <a:rPr spc="320" dirty="0"/>
              <a:t> </a:t>
            </a:r>
            <a:r>
              <a:rPr dirty="0"/>
              <a:t>C</a:t>
            </a:r>
            <a:r>
              <a:rPr spc="-50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N</a:t>
            </a:r>
            <a:r>
              <a:rPr spc="-40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3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C</a:t>
            </a:r>
            <a:r>
              <a:rPr spc="-45" dirty="0"/>
              <a:t> </a:t>
            </a:r>
            <a:r>
              <a:rPr spc="60" dirty="0"/>
              <a:t>AT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N</a:t>
            </a:r>
            <a:endParaRPr spc="-50" dirty="0"/>
          </a:p>
        </p:txBody>
      </p:sp>
      <p:sp>
        <p:nvSpPr>
          <p:cNvPr id="68" name="object 68"/>
          <p:cNvSpPr txBox="1"/>
          <p:nvPr/>
        </p:nvSpPr>
        <p:spPr>
          <a:xfrm>
            <a:off x="11174653" y="6517314"/>
            <a:ext cx="432434" cy="1593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09</a:t>
            </a:r>
            <a:r>
              <a:rPr sz="800" b="1" spc="229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800" b="1" spc="2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-355"/>
            <a:ext cx="12192000" cy="6858000"/>
            <a:chOff x="-355" y="-355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-355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73" y="6857631"/>
                  </a:lnTo>
                  <a:lnTo>
                    <a:pt x="6095873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B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1555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A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1479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8F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47403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63314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85" y="6857631"/>
                  </a:lnTo>
                  <a:lnTo>
                    <a:pt x="6095885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237" y="-355"/>
              <a:ext cx="4064635" cy="6858000"/>
            </a:xfrm>
            <a:custGeom>
              <a:avLst/>
              <a:gdLst/>
              <a:ahLst/>
              <a:cxnLst/>
              <a:rect l="l" t="t" r="r" b="b"/>
              <a:pathLst>
                <a:path w="4064634" h="6858000">
                  <a:moveTo>
                    <a:pt x="0" y="6857631"/>
                  </a:moveTo>
                  <a:lnTo>
                    <a:pt x="4064038" y="6857631"/>
                  </a:lnTo>
                  <a:lnTo>
                    <a:pt x="4064038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6F0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5517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6095517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6095517" y="6857631"/>
                  </a:lnTo>
                  <a:lnTo>
                    <a:pt x="6095517" y="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11441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4E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2736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4063669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4063669" y="6857631"/>
                  </a:lnTo>
                  <a:lnTo>
                    <a:pt x="4063669" y="0"/>
                  </a:lnTo>
                  <a:close/>
                </a:path>
              </a:pathLst>
            </a:custGeom>
            <a:solidFill>
              <a:srgbClr val="F3EC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143276" y="-355"/>
              <a:ext cx="3048000" cy="6858000"/>
            </a:xfrm>
            <a:custGeom>
              <a:avLst/>
              <a:gdLst/>
              <a:ahLst/>
              <a:cxnLst/>
              <a:rect l="l" t="t" r="r" b="b"/>
              <a:pathLst>
                <a:path w="3048000" h="6858000">
                  <a:moveTo>
                    <a:pt x="3047758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3047758" y="6857631"/>
                  </a:lnTo>
                  <a:lnTo>
                    <a:pt x="3047758" y="0"/>
                  </a:lnTo>
                  <a:close/>
                </a:path>
              </a:pathLst>
            </a:custGeom>
            <a:solidFill>
              <a:srgbClr val="F1E9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159200" y="-355"/>
              <a:ext cx="2032000" cy="6858000"/>
            </a:xfrm>
            <a:custGeom>
              <a:avLst/>
              <a:gdLst/>
              <a:ahLst/>
              <a:cxnLst/>
              <a:rect l="l" t="t" r="r" b="b"/>
              <a:pathLst>
                <a:path w="2032000" h="6858000">
                  <a:moveTo>
                    <a:pt x="2031834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031834" y="6857631"/>
                  </a:lnTo>
                  <a:lnTo>
                    <a:pt x="2031834" y="0"/>
                  </a:lnTo>
                  <a:close/>
                </a:path>
              </a:pathLst>
            </a:custGeom>
            <a:solidFill>
              <a:srgbClr val="F0E9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175123" y="-355"/>
              <a:ext cx="1016000" cy="6858000"/>
            </a:xfrm>
            <a:custGeom>
              <a:avLst/>
              <a:gdLst/>
              <a:ahLst/>
              <a:cxnLst/>
              <a:rect l="l" t="t" r="r" b="b"/>
              <a:pathLst>
                <a:path w="1016000" h="6858000">
                  <a:moveTo>
                    <a:pt x="101591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1015911" y="6857631"/>
                  </a:lnTo>
                  <a:lnTo>
                    <a:pt x="1015911" y="0"/>
                  </a:lnTo>
                  <a:close/>
                </a:path>
              </a:pathLst>
            </a:custGeom>
            <a:solidFill>
              <a:srgbClr val="F0E6D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81304" y="353415"/>
            <a:ext cx="209994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4</a:t>
            </a:r>
            <a:r>
              <a:rPr sz="9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K</a:t>
            </a:r>
            <a:r>
              <a:rPr sz="90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A1A2B"/>
                </a:solidFill>
              </a:rPr>
              <a:t>A</a:t>
            </a:r>
            <a:r>
              <a:rPr spc="-7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transparent</a:t>
            </a:r>
            <a:r>
              <a:rPr spc="-5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folio,</a:t>
            </a:r>
            <a:r>
              <a:rPr spc="-7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settled</a:t>
            </a:r>
            <a:r>
              <a:rPr spc="-5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in</a:t>
            </a:r>
            <a:r>
              <a:rPr spc="-6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a</a:t>
            </a:r>
            <a:r>
              <a:rPr spc="-5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single</a:t>
            </a:r>
            <a:r>
              <a:rPr spc="-50" dirty="0">
                <a:solidFill>
                  <a:srgbClr val="0A1A2B"/>
                </a:solidFill>
              </a:rPr>
              <a:t> </a:t>
            </a:r>
            <a:r>
              <a:rPr spc="-10" dirty="0">
                <a:solidFill>
                  <a:srgbClr val="0A1A2B"/>
                </a:solidFill>
              </a:rPr>
              <a:t>step.</a:t>
            </a:r>
            <a:endParaRPr spc="-10" dirty="0">
              <a:solidFill>
                <a:srgbClr val="0A1A2B"/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304" y="1240459"/>
            <a:ext cx="6982459" cy="205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checkout()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consolidates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dining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charges,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prints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bill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releases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back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1150" spc="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inventory.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4359" y="1645920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935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590550" y="1769910"/>
            <a:ext cx="5539740" cy="4360545"/>
            <a:chOff x="590550" y="1769910"/>
            <a:chExt cx="5539740" cy="4360545"/>
          </a:xfrm>
        </p:grpSpPr>
        <p:sp>
          <p:nvSpPr>
            <p:cNvPr id="20" name="object 20"/>
            <p:cNvSpPr/>
            <p:nvPr/>
          </p:nvSpPr>
          <p:spPr>
            <a:xfrm>
              <a:off x="594360" y="1773720"/>
              <a:ext cx="5532120" cy="4352925"/>
            </a:xfrm>
            <a:custGeom>
              <a:avLst/>
              <a:gdLst/>
              <a:ahLst/>
              <a:cxnLst/>
              <a:rect l="l" t="t" r="r" b="b"/>
              <a:pathLst>
                <a:path w="5532120" h="4352925">
                  <a:moveTo>
                    <a:pt x="5513044" y="0"/>
                  </a:moveTo>
                  <a:lnTo>
                    <a:pt x="18719" y="0"/>
                  </a:lnTo>
                  <a:lnTo>
                    <a:pt x="14757" y="723"/>
                  </a:lnTo>
                  <a:lnTo>
                    <a:pt x="11518" y="2882"/>
                  </a:lnTo>
                  <a:lnTo>
                    <a:pt x="7924" y="5041"/>
                  </a:lnTo>
                  <a:lnTo>
                    <a:pt x="5041" y="7924"/>
                  </a:lnTo>
                  <a:lnTo>
                    <a:pt x="3238" y="11163"/>
                  </a:lnTo>
                  <a:lnTo>
                    <a:pt x="1079" y="14757"/>
                  </a:lnTo>
                  <a:lnTo>
                    <a:pt x="0" y="18719"/>
                  </a:lnTo>
                  <a:lnTo>
                    <a:pt x="0" y="4333684"/>
                  </a:lnTo>
                  <a:lnTo>
                    <a:pt x="658" y="4337278"/>
                  </a:lnTo>
                  <a:lnTo>
                    <a:pt x="723" y="4337634"/>
                  </a:lnTo>
                  <a:lnTo>
                    <a:pt x="2882" y="4340885"/>
                  </a:lnTo>
                  <a:lnTo>
                    <a:pt x="5041" y="4344479"/>
                  </a:lnTo>
                  <a:lnTo>
                    <a:pt x="7924" y="4347362"/>
                  </a:lnTo>
                  <a:lnTo>
                    <a:pt x="11163" y="4349165"/>
                  </a:lnTo>
                  <a:lnTo>
                    <a:pt x="14757" y="4351324"/>
                  </a:lnTo>
                  <a:lnTo>
                    <a:pt x="18719" y="4352404"/>
                  </a:lnTo>
                  <a:lnTo>
                    <a:pt x="5513400" y="4352036"/>
                  </a:lnTo>
                  <a:lnTo>
                    <a:pt x="5517362" y="4351324"/>
                  </a:lnTo>
                  <a:lnTo>
                    <a:pt x="5520601" y="4349165"/>
                  </a:lnTo>
                  <a:lnTo>
                    <a:pt x="5524195" y="4346994"/>
                  </a:lnTo>
                  <a:lnTo>
                    <a:pt x="5527078" y="4344123"/>
                  </a:lnTo>
                  <a:lnTo>
                    <a:pt x="5528881" y="4340885"/>
                  </a:lnTo>
                  <a:lnTo>
                    <a:pt x="5531040" y="4337278"/>
                  </a:lnTo>
                  <a:lnTo>
                    <a:pt x="5532019" y="4333684"/>
                  </a:lnTo>
                  <a:lnTo>
                    <a:pt x="5532120" y="4329353"/>
                  </a:lnTo>
                  <a:lnTo>
                    <a:pt x="5531764" y="22682"/>
                  </a:lnTo>
                  <a:lnTo>
                    <a:pt x="5531764" y="18719"/>
                  </a:lnTo>
                  <a:lnTo>
                    <a:pt x="5531040" y="14757"/>
                  </a:lnTo>
                  <a:lnTo>
                    <a:pt x="5528881" y="11518"/>
                  </a:lnTo>
                  <a:lnTo>
                    <a:pt x="5526722" y="7924"/>
                  </a:lnTo>
                  <a:lnTo>
                    <a:pt x="5523839" y="5041"/>
                  </a:lnTo>
                  <a:lnTo>
                    <a:pt x="5520601" y="3238"/>
                  </a:lnTo>
                  <a:lnTo>
                    <a:pt x="5516994" y="1079"/>
                  </a:lnTo>
                  <a:lnTo>
                    <a:pt x="5513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94360" y="1773720"/>
              <a:ext cx="5532120" cy="4352925"/>
            </a:xfrm>
            <a:custGeom>
              <a:avLst/>
              <a:gdLst/>
              <a:ahLst/>
              <a:cxnLst/>
              <a:rect l="l" t="t" r="r" b="b"/>
              <a:pathLst>
                <a:path w="5532120" h="4352925">
                  <a:moveTo>
                    <a:pt x="0" y="22682"/>
                  </a:moveTo>
                  <a:lnTo>
                    <a:pt x="0" y="18719"/>
                  </a:lnTo>
                  <a:lnTo>
                    <a:pt x="1079" y="14757"/>
                  </a:lnTo>
                  <a:lnTo>
                    <a:pt x="3238" y="11163"/>
                  </a:lnTo>
                  <a:lnTo>
                    <a:pt x="5041" y="7924"/>
                  </a:lnTo>
                  <a:lnTo>
                    <a:pt x="7924" y="5041"/>
                  </a:lnTo>
                  <a:lnTo>
                    <a:pt x="11518" y="2882"/>
                  </a:lnTo>
                  <a:lnTo>
                    <a:pt x="14757" y="723"/>
                  </a:lnTo>
                  <a:lnTo>
                    <a:pt x="18719" y="0"/>
                  </a:lnTo>
                  <a:lnTo>
                    <a:pt x="22682" y="0"/>
                  </a:lnTo>
                  <a:lnTo>
                    <a:pt x="5509082" y="0"/>
                  </a:lnTo>
                  <a:lnTo>
                    <a:pt x="5513044" y="0"/>
                  </a:lnTo>
                  <a:lnTo>
                    <a:pt x="5516994" y="1079"/>
                  </a:lnTo>
                  <a:lnTo>
                    <a:pt x="5520601" y="3238"/>
                  </a:lnTo>
                  <a:lnTo>
                    <a:pt x="5523839" y="5041"/>
                  </a:lnTo>
                  <a:lnTo>
                    <a:pt x="5526722" y="7924"/>
                  </a:lnTo>
                  <a:lnTo>
                    <a:pt x="5528881" y="11518"/>
                  </a:lnTo>
                  <a:lnTo>
                    <a:pt x="5531040" y="14757"/>
                  </a:lnTo>
                  <a:lnTo>
                    <a:pt x="5531764" y="18719"/>
                  </a:lnTo>
                  <a:lnTo>
                    <a:pt x="5531764" y="22682"/>
                  </a:lnTo>
                  <a:lnTo>
                    <a:pt x="5532120" y="4329353"/>
                  </a:lnTo>
                  <a:lnTo>
                    <a:pt x="5532120" y="4333316"/>
                  </a:lnTo>
                  <a:lnTo>
                    <a:pt x="5531040" y="4337278"/>
                  </a:lnTo>
                  <a:lnTo>
                    <a:pt x="5528881" y="4340885"/>
                  </a:lnTo>
                  <a:lnTo>
                    <a:pt x="5527078" y="4344123"/>
                  </a:lnTo>
                  <a:lnTo>
                    <a:pt x="5524195" y="4346994"/>
                  </a:lnTo>
                  <a:lnTo>
                    <a:pt x="5520601" y="4349165"/>
                  </a:lnTo>
                  <a:lnTo>
                    <a:pt x="5517362" y="4351324"/>
                  </a:lnTo>
                  <a:lnTo>
                    <a:pt x="5513400" y="4352036"/>
                  </a:lnTo>
                  <a:lnTo>
                    <a:pt x="5509437" y="4352036"/>
                  </a:lnTo>
                  <a:lnTo>
                    <a:pt x="22682" y="4352404"/>
                  </a:lnTo>
                  <a:lnTo>
                    <a:pt x="18719" y="4352404"/>
                  </a:lnTo>
                  <a:lnTo>
                    <a:pt x="14757" y="4351324"/>
                  </a:lnTo>
                  <a:lnTo>
                    <a:pt x="11163" y="4349165"/>
                  </a:lnTo>
                  <a:lnTo>
                    <a:pt x="7924" y="4347362"/>
                  </a:lnTo>
                  <a:lnTo>
                    <a:pt x="5041" y="4344479"/>
                  </a:lnTo>
                  <a:lnTo>
                    <a:pt x="2882" y="4340885"/>
                  </a:lnTo>
                  <a:lnTo>
                    <a:pt x="723" y="4337634"/>
                  </a:lnTo>
                  <a:lnTo>
                    <a:pt x="0" y="4333684"/>
                  </a:lnTo>
                  <a:lnTo>
                    <a:pt x="0" y="4329722"/>
                  </a:lnTo>
                  <a:lnTo>
                    <a:pt x="0" y="22682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94360" y="1774075"/>
              <a:ext cx="5532120" cy="713105"/>
            </a:xfrm>
            <a:custGeom>
              <a:avLst/>
              <a:gdLst/>
              <a:ahLst/>
              <a:cxnLst/>
              <a:rect l="l" t="t" r="r" b="b"/>
              <a:pathLst>
                <a:path w="5532120" h="713105">
                  <a:moveTo>
                    <a:pt x="5531764" y="0"/>
                  </a:moveTo>
                  <a:lnTo>
                    <a:pt x="0" y="0"/>
                  </a:lnTo>
                  <a:lnTo>
                    <a:pt x="0" y="712800"/>
                  </a:lnTo>
                  <a:lnTo>
                    <a:pt x="2765882" y="712800"/>
                  </a:lnTo>
                  <a:lnTo>
                    <a:pt x="5531764" y="712800"/>
                  </a:lnTo>
                  <a:lnTo>
                    <a:pt x="5531764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406095" y="1779739"/>
            <a:ext cx="160337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K</a:t>
            </a:r>
            <a:r>
              <a:rPr sz="750" b="1" spc="-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T,</a:t>
            </a:r>
            <a:r>
              <a:rPr sz="750" b="1" spc="3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50" b="1" spc="3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750" b="1" spc="3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P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9320" y="1907171"/>
            <a:ext cx="110426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Hotel</a:t>
            </a:r>
            <a:r>
              <a:rPr sz="1750" b="1" spc="-6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50" b="1" spc="-2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Bill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89080" y="1980260"/>
            <a:ext cx="107632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2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#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-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7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7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4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2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419164" y="2103120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40" h="256539">
                <a:moveTo>
                  <a:pt x="128155" y="0"/>
                </a:moveTo>
                <a:lnTo>
                  <a:pt x="79097" y="9569"/>
                </a:lnTo>
                <a:lnTo>
                  <a:pt x="37571" y="37215"/>
                </a:lnTo>
                <a:lnTo>
                  <a:pt x="9713" y="78793"/>
                </a:lnTo>
                <a:lnTo>
                  <a:pt x="0" y="127800"/>
                </a:lnTo>
                <a:lnTo>
                  <a:pt x="1078" y="144492"/>
                </a:lnTo>
                <a:lnTo>
                  <a:pt x="17271" y="191884"/>
                </a:lnTo>
                <a:lnTo>
                  <a:pt x="50131" y="229394"/>
                </a:lnTo>
                <a:lnTo>
                  <a:pt x="94899" y="251501"/>
                </a:lnTo>
                <a:lnTo>
                  <a:pt x="128155" y="255955"/>
                </a:lnTo>
                <a:lnTo>
                  <a:pt x="144792" y="254825"/>
                </a:lnTo>
                <a:lnTo>
                  <a:pt x="191871" y="238683"/>
                </a:lnTo>
                <a:lnTo>
                  <a:pt x="229388" y="205824"/>
                </a:lnTo>
                <a:lnTo>
                  <a:pt x="251633" y="160918"/>
                </a:lnTo>
                <a:lnTo>
                  <a:pt x="255955" y="127800"/>
                </a:lnTo>
                <a:lnTo>
                  <a:pt x="254874" y="111107"/>
                </a:lnTo>
                <a:lnTo>
                  <a:pt x="238671" y="63715"/>
                </a:lnTo>
                <a:lnTo>
                  <a:pt x="205818" y="26205"/>
                </a:lnTo>
                <a:lnTo>
                  <a:pt x="161094" y="4276"/>
                </a:lnTo>
                <a:lnTo>
                  <a:pt x="128155" y="0"/>
                </a:lnTo>
                <a:close/>
              </a:path>
            </a:pathLst>
          </a:custGeom>
          <a:solidFill>
            <a:srgbClr val="F0E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461696" y="2131466"/>
            <a:ext cx="237490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31470" algn="l"/>
              </a:tabLst>
            </a:pPr>
            <a:r>
              <a:rPr sz="975" b="1" spc="-37" baseline="9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01</a:t>
            </a:r>
            <a:r>
              <a:rPr sz="975" b="1" baseline="9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	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Verify</a:t>
            </a:r>
            <a:r>
              <a:rPr sz="950" spc="-1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an</a:t>
            </a:r>
            <a:r>
              <a:rPr sz="950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active</a:t>
            </a:r>
            <a:r>
              <a:rPr sz="950" spc="-1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booking</a:t>
            </a:r>
            <a:r>
              <a:rPr sz="950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for</a:t>
            </a:r>
            <a:r>
              <a:rPr sz="950" spc="-1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950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spc="-2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room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419164" y="2373591"/>
            <a:ext cx="256540" cy="443230"/>
            <a:chOff x="6419164" y="2373591"/>
            <a:chExt cx="256540" cy="443230"/>
          </a:xfrm>
        </p:grpSpPr>
        <p:sp>
          <p:nvSpPr>
            <p:cNvPr id="41" name="object 41"/>
            <p:cNvSpPr/>
            <p:nvPr/>
          </p:nvSpPr>
          <p:spPr>
            <a:xfrm>
              <a:off x="6546964" y="2377084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871"/>
                  </a:lnTo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419164" y="2560320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55" y="0"/>
                  </a:moveTo>
                  <a:lnTo>
                    <a:pt x="79097" y="9569"/>
                  </a:lnTo>
                  <a:lnTo>
                    <a:pt x="37571" y="37215"/>
                  </a:lnTo>
                  <a:lnTo>
                    <a:pt x="9713" y="78793"/>
                  </a:lnTo>
                  <a:lnTo>
                    <a:pt x="0" y="127800"/>
                  </a:lnTo>
                  <a:lnTo>
                    <a:pt x="1078" y="144492"/>
                  </a:lnTo>
                  <a:lnTo>
                    <a:pt x="17271" y="191884"/>
                  </a:lnTo>
                  <a:lnTo>
                    <a:pt x="50131" y="229394"/>
                  </a:lnTo>
                  <a:lnTo>
                    <a:pt x="94899" y="251501"/>
                  </a:lnTo>
                  <a:lnTo>
                    <a:pt x="128155" y="255955"/>
                  </a:lnTo>
                  <a:lnTo>
                    <a:pt x="144792" y="254825"/>
                  </a:lnTo>
                  <a:lnTo>
                    <a:pt x="191871" y="238683"/>
                  </a:lnTo>
                  <a:lnTo>
                    <a:pt x="229388" y="205824"/>
                  </a:lnTo>
                  <a:lnTo>
                    <a:pt x="251633" y="160918"/>
                  </a:lnTo>
                  <a:lnTo>
                    <a:pt x="255955" y="127800"/>
                  </a:lnTo>
                  <a:lnTo>
                    <a:pt x="254874" y="111107"/>
                  </a:lnTo>
                  <a:lnTo>
                    <a:pt x="238671" y="63715"/>
                  </a:lnTo>
                  <a:lnTo>
                    <a:pt x="205818" y="26205"/>
                  </a:lnTo>
                  <a:lnTo>
                    <a:pt x="161094" y="4276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F0E8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59320" y="2645603"/>
            <a:ext cx="1310005" cy="6000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70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700" b="1" spc="-8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700" b="1" spc="-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70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1350" b="1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Aarav</a:t>
            </a:r>
            <a:r>
              <a:rPr sz="1350" b="1" spc="25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b="1" spc="-1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Sharma</a:t>
            </a:r>
            <a:endParaRPr sz="135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r>
              <a:rPr sz="800" b="1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800" b="1" spc="18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101</a:t>
            </a:r>
            <a:r>
              <a:rPr sz="800" b="1" spc="1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b="1" spc="14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3</a:t>
            </a:r>
            <a:r>
              <a:rPr sz="800" b="1" spc="17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4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NIGHTS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61696" y="2588666"/>
            <a:ext cx="24955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31470" algn="l"/>
              </a:tabLst>
            </a:pPr>
            <a:r>
              <a:rPr sz="975" b="1" spc="-37" baseline="9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02</a:t>
            </a:r>
            <a:r>
              <a:rPr sz="975" b="1" baseline="9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	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Compute room</a:t>
            </a:r>
            <a:r>
              <a:rPr sz="950" spc="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charges +</a:t>
            </a:r>
            <a:r>
              <a:rPr sz="950" spc="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food </a:t>
            </a:r>
            <a:r>
              <a:rPr sz="950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charges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83276" y="2781676"/>
            <a:ext cx="681355" cy="38163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65"/>
              </a:spcBef>
            </a:pPr>
            <a:r>
              <a:rPr sz="700" b="1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700" b="1" spc="-7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D</a:t>
            </a:r>
            <a:endParaRPr sz="700">
              <a:latin typeface="Segoe UI" panose="020B0502040204020203"/>
              <a:cs typeface="Segoe UI" panose="020B0502040204020203"/>
            </a:endParaRPr>
          </a:p>
          <a:p>
            <a:pPr marR="5080" algn="r">
              <a:lnSpc>
                <a:spcPct val="100000"/>
              </a:lnSpc>
              <a:spcBef>
                <a:spcPts val="530"/>
              </a:spcBef>
            </a:pPr>
            <a:r>
              <a:rPr sz="800" b="1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28</a:t>
            </a:r>
            <a:r>
              <a:rPr sz="800" b="1" spc="13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OCT</a:t>
            </a:r>
            <a:r>
              <a:rPr sz="800" b="1" spc="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2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2026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419164" y="2830791"/>
            <a:ext cx="256540" cy="443230"/>
            <a:chOff x="6419164" y="2830791"/>
            <a:chExt cx="256540" cy="443230"/>
          </a:xfrm>
        </p:grpSpPr>
        <p:sp>
          <p:nvSpPr>
            <p:cNvPr id="45" name="object 45"/>
            <p:cNvSpPr/>
            <p:nvPr/>
          </p:nvSpPr>
          <p:spPr>
            <a:xfrm>
              <a:off x="6546964" y="2834284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871"/>
                  </a:lnTo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419164" y="3017520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55" y="0"/>
                  </a:moveTo>
                  <a:lnTo>
                    <a:pt x="79097" y="9569"/>
                  </a:lnTo>
                  <a:lnTo>
                    <a:pt x="37571" y="37215"/>
                  </a:lnTo>
                  <a:lnTo>
                    <a:pt x="9713" y="78793"/>
                  </a:lnTo>
                  <a:lnTo>
                    <a:pt x="0" y="127800"/>
                  </a:lnTo>
                  <a:lnTo>
                    <a:pt x="1078" y="144492"/>
                  </a:lnTo>
                  <a:lnTo>
                    <a:pt x="17271" y="191884"/>
                  </a:lnTo>
                  <a:lnTo>
                    <a:pt x="50131" y="229394"/>
                  </a:lnTo>
                  <a:lnTo>
                    <a:pt x="94899" y="251501"/>
                  </a:lnTo>
                  <a:lnTo>
                    <a:pt x="128155" y="255955"/>
                  </a:lnTo>
                  <a:lnTo>
                    <a:pt x="144792" y="254825"/>
                  </a:lnTo>
                  <a:lnTo>
                    <a:pt x="191871" y="238683"/>
                  </a:lnTo>
                  <a:lnTo>
                    <a:pt x="229388" y="205824"/>
                  </a:lnTo>
                  <a:lnTo>
                    <a:pt x="251633" y="160918"/>
                  </a:lnTo>
                  <a:lnTo>
                    <a:pt x="255955" y="127800"/>
                  </a:lnTo>
                  <a:lnTo>
                    <a:pt x="254874" y="111107"/>
                  </a:lnTo>
                  <a:lnTo>
                    <a:pt x="238671" y="63715"/>
                  </a:lnTo>
                  <a:lnTo>
                    <a:pt x="205818" y="26205"/>
                  </a:lnTo>
                  <a:lnTo>
                    <a:pt x="161094" y="4276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F0E8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6461696" y="3045866"/>
            <a:ext cx="165290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31470" algn="l"/>
              </a:tabLst>
            </a:pPr>
            <a:r>
              <a:rPr sz="975" b="1" spc="-37" baseline="9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03</a:t>
            </a:r>
            <a:r>
              <a:rPr sz="975" b="1" baseline="9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	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Display the itemized</a:t>
            </a:r>
            <a:r>
              <a:rPr sz="950" spc="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spc="-2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bill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59320" y="3361135"/>
            <a:ext cx="5001895" cy="2089150"/>
            <a:chOff x="859320" y="3361135"/>
            <a:chExt cx="5001895" cy="2089150"/>
          </a:xfrm>
        </p:grpSpPr>
        <p:sp>
          <p:nvSpPr>
            <p:cNvPr id="28" name="object 28"/>
            <p:cNvSpPr/>
            <p:nvPr/>
          </p:nvSpPr>
          <p:spPr>
            <a:xfrm>
              <a:off x="859320" y="3364915"/>
              <a:ext cx="4993005" cy="978535"/>
            </a:xfrm>
            <a:custGeom>
              <a:avLst/>
              <a:gdLst/>
              <a:ahLst/>
              <a:cxnLst/>
              <a:rect l="l" t="t" r="r" b="b"/>
              <a:pathLst>
                <a:path w="4993005" h="978535">
                  <a:moveTo>
                    <a:pt x="0" y="0"/>
                  </a:moveTo>
                  <a:lnTo>
                    <a:pt x="4992839" y="0"/>
                  </a:lnTo>
                </a:path>
                <a:path w="4993005" h="978535">
                  <a:moveTo>
                    <a:pt x="0" y="978484"/>
                  </a:moveTo>
                  <a:lnTo>
                    <a:pt x="4992839" y="978484"/>
                  </a:lnTo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59320" y="4736515"/>
              <a:ext cx="5001895" cy="713740"/>
            </a:xfrm>
            <a:custGeom>
              <a:avLst/>
              <a:gdLst/>
              <a:ahLst/>
              <a:cxnLst/>
              <a:rect l="l" t="t" r="r" b="b"/>
              <a:pathLst>
                <a:path w="5001895" h="713739">
                  <a:moveTo>
                    <a:pt x="4982756" y="0"/>
                  </a:moveTo>
                  <a:lnTo>
                    <a:pt x="18719" y="0"/>
                  </a:lnTo>
                  <a:lnTo>
                    <a:pt x="14757" y="723"/>
                  </a:lnTo>
                  <a:lnTo>
                    <a:pt x="11518" y="2882"/>
                  </a:lnTo>
                  <a:lnTo>
                    <a:pt x="7924" y="5041"/>
                  </a:lnTo>
                  <a:lnTo>
                    <a:pt x="5041" y="7924"/>
                  </a:lnTo>
                  <a:lnTo>
                    <a:pt x="3238" y="11163"/>
                  </a:lnTo>
                  <a:lnTo>
                    <a:pt x="1079" y="14770"/>
                  </a:lnTo>
                  <a:lnTo>
                    <a:pt x="0" y="18719"/>
                  </a:lnTo>
                  <a:lnTo>
                    <a:pt x="0" y="694448"/>
                  </a:lnTo>
                  <a:lnTo>
                    <a:pt x="658" y="698042"/>
                  </a:lnTo>
                  <a:lnTo>
                    <a:pt x="723" y="698398"/>
                  </a:lnTo>
                  <a:lnTo>
                    <a:pt x="2882" y="701649"/>
                  </a:lnTo>
                  <a:lnTo>
                    <a:pt x="5041" y="705243"/>
                  </a:lnTo>
                  <a:lnTo>
                    <a:pt x="7924" y="708126"/>
                  </a:lnTo>
                  <a:lnTo>
                    <a:pt x="11163" y="709929"/>
                  </a:lnTo>
                  <a:lnTo>
                    <a:pt x="14757" y="712088"/>
                  </a:lnTo>
                  <a:lnTo>
                    <a:pt x="18719" y="713168"/>
                  </a:lnTo>
                  <a:lnTo>
                    <a:pt x="4983124" y="712800"/>
                  </a:lnTo>
                  <a:lnTo>
                    <a:pt x="4987074" y="712088"/>
                  </a:lnTo>
                  <a:lnTo>
                    <a:pt x="4990325" y="709929"/>
                  </a:lnTo>
                  <a:lnTo>
                    <a:pt x="4993919" y="707758"/>
                  </a:lnTo>
                  <a:lnTo>
                    <a:pt x="4996802" y="704888"/>
                  </a:lnTo>
                  <a:lnTo>
                    <a:pt x="4998605" y="701649"/>
                  </a:lnTo>
                  <a:lnTo>
                    <a:pt x="5000764" y="698042"/>
                  </a:lnTo>
                  <a:lnTo>
                    <a:pt x="5001743" y="694448"/>
                  </a:lnTo>
                  <a:lnTo>
                    <a:pt x="5001844" y="690117"/>
                  </a:lnTo>
                  <a:lnTo>
                    <a:pt x="5001478" y="22682"/>
                  </a:lnTo>
                  <a:lnTo>
                    <a:pt x="5001475" y="18719"/>
                  </a:lnTo>
                  <a:lnTo>
                    <a:pt x="5000764" y="14770"/>
                  </a:lnTo>
                  <a:lnTo>
                    <a:pt x="4998605" y="11518"/>
                  </a:lnTo>
                  <a:lnTo>
                    <a:pt x="4996434" y="7924"/>
                  </a:lnTo>
                  <a:lnTo>
                    <a:pt x="4993563" y="5041"/>
                  </a:lnTo>
                  <a:lnTo>
                    <a:pt x="4990325" y="3238"/>
                  </a:lnTo>
                  <a:lnTo>
                    <a:pt x="4986718" y="1079"/>
                  </a:lnTo>
                  <a:lnTo>
                    <a:pt x="4982756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" name="object 48"/>
          <p:cNvGrpSpPr/>
          <p:nvPr/>
        </p:nvGrpSpPr>
        <p:grpSpPr>
          <a:xfrm>
            <a:off x="6419164" y="3287991"/>
            <a:ext cx="256540" cy="443230"/>
            <a:chOff x="6419164" y="3287991"/>
            <a:chExt cx="256540" cy="443230"/>
          </a:xfrm>
        </p:grpSpPr>
        <p:sp>
          <p:nvSpPr>
            <p:cNvPr id="49" name="object 49"/>
            <p:cNvSpPr/>
            <p:nvPr/>
          </p:nvSpPr>
          <p:spPr>
            <a:xfrm>
              <a:off x="6546964" y="3291484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871"/>
                  </a:lnTo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419164" y="3474720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55" y="0"/>
                  </a:moveTo>
                  <a:lnTo>
                    <a:pt x="79097" y="9569"/>
                  </a:lnTo>
                  <a:lnTo>
                    <a:pt x="37571" y="37215"/>
                  </a:lnTo>
                  <a:lnTo>
                    <a:pt x="9713" y="78793"/>
                  </a:lnTo>
                  <a:lnTo>
                    <a:pt x="0" y="127800"/>
                  </a:lnTo>
                  <a:lnTo>
                    <a:pt x="1078" y="144492"/>
                  </a:lnTo>
                  <a:lnTo>
                    <a:pt x="17271" y="191884"/>
                  </a:lnTo>
                  <a:lnTo>
                    <a:pt x="50131" y="229394"/>
                  </a:lnTo>
                  <a:lnTo>
                    <a:pt x="94899" y="251501"/>
                  </a:lnTo>
                  <a:lnTo>
                    <a:pt x="128155" y="255955"/>
                  </a:lnTo>
                  <a:lnTo>
                    <a:pt x="144792" y="254825"/>
                  </a:lnTo>
                  <a:lnTo>
                    <a:pt x="191871" y="238683"/>
                  </a:lnTo>
                  <a:lnTo>
                    <a:pt x="229388" y="205824"/>
                  </a:lnTo>
                  <a:lnTo>
                    <a:pt x="251633" y="160918"/>
                  </a:lnTo>
                  <a:lnTo>
                    <a:pt x="255955" y="127800"/>
                  </a:lnTo>
                  <a:lnTo>
                    <a:pt x="254874" y="111107"/>
                  </a:lnTo>
                  <a:lnTo>
                    <a:pt x="238671" y="63715"/>
                  </a:lnTo>
                  <a:lnTo>
                    <a:pt x="205818" y="26205"/>
                  </a:lnTo>
                  <a:lnTo>
                    <a:pt x="161094" y="4276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F0E8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59320" y="3465302"/>
            <a:ext cx="1070610" cy="7486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r>
              <a:rPr sz="10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1000" b="1" spc="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charges</a:t>
            </a:r>
            <a:endParaRPr sz="100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r>
              <a:rPr sz="8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₹1,500</a:t>
            </a:r>
            <a:r>
              <a:rPr sz="800" spc="-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×</a:t>
            </a:r>
            <a:r>
              <a:rPr sz="800" spc="-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3</a:t>
            </a:r>
            <a:r>
              <a:rPr sz="800" spc="-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nights</a:t>
            </a:r>
            <a:endParaRPr sz="80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r>
              <a:rPr sz="10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1000" b="1" spc="2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1000" b="1" spc="3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0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beverage</a:t>
            </a:r>
            <a:endParaRPr sz="100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r>
              <a:rPr sz="8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2</a:t>
            </a:r>
            <a:r>
              <a:rPr sz="800" spc="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burgers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80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coffee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34914" y="3498024"/>
            <a:ext cx="430530" cy="569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₹4,500</a:t>
            </a:r>
            <a:endParaRPr sz="10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Segoe UI" panose="020B0502040204020203"/>
              <a:cs typeface="Segoe UI" panose="020B0502040204020203"/>
            </a:endParaRPr>
          </a:p>
          <a:p>
            <a:pPr marR="5080" algn="r">
              <a:lnSpc>
                <a:spcPct val="100000"/>
              </a:lnSpc>
            </a:pPr>
            <a:r>
              <a:rPr sz="1050" b="1" spc="-2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₹250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61696" y="3503066"/>
            <a:ext cx="212217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31470" algn="l"/>
              </a:tabLst>
            </a:pPr>
            <a:r>
              <a:rPr sz="975" b="1" spc="-37" baseline="9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04</a:t>
            </a:r>
            <a:r>
              <a:rPr sz="975" b="1" baseline="9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	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Confirm checkout with the</a:t>
            </a:r>
            <a:r>
              <a:rPr sz="950" spc="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spc="-2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guest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419164" y="3748684"/>
            <a:ext cx="256540" cy="439420"/>
            <a:chOff x="6419164" y="3748684"/>
            <a:chExt cx="256540" cy="439420"/>
          </a:xfrm>
        </p:grpSpPr>
        <p:sp>
          <p:nvSpPr>
            <p:cNvPr id="53" name="object 53"/>
            <p:cNvSpPr/>
            <p:nvPr/>
          </p:nvSpPr>
          <p:spPr>
            <a:xfrm>
              <a:off x="6546964" y="3748684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871"/>
                  </a:lnTo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419164" y="393191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55" y="0"/>
                  </a:moveTo>
                  <a:lnTo>
                    <a:pt x="79097" y="9569"/>
                  </a:lnTo>
                  <a:lnTo>
                    <a:pt x="37571" y="37215"/>
                  </a:lnTo>
                  <a:lnTo>
                    <a:pt x="9713" y="78793"/>
                  </a:lnTo>
                  <a:lnTo>
                    <a:pt x="0" y="127800"/>
                  </a:lnTo>
                  <a:lnTo>
                    <a:pt x="1078" y="144492"/>
                  </a:lnTo>
                  <a:lnTo>
                    <a:pt x="17271" y="191884"/>
                  </a:lnTo>
                  <a:lnTo>
                    <a:pt x="50131" y="229394"/>
                  </a:lnTo>
                  <a:lnTo>
                    <a:pt x="94899" y="251501"/>
                  </a:lnTo>
                  <a:lnTo>
                    <a:pt x="128155" y="255955"/>
                  </a:lnTo>
                  <a:lnTo>
                    <a:pt x="144792" y="254825"/>
                  </a:lnTo>
                  <a:lnTo>
                    <a:pt x="191871" y="238683"/>
                  </a:lnTo>
                  <a:lnTo>
                    <a:pt x="229388" y="205824"/>
                  </a:lnTo>
                  <a:lnTo>
                    <a:pt x="251633" y="160918"/>
                  </a:lnTo>
                  <a:lnTo>
                    <a:pt x="255955" y="127800"/>
                  </a:lnTo>
                  <a:lnTo>
                    <a:pt x="254874" y="111107"/>
                  </a:lnTo>
                  <a:lnTo>
                    <a:pt x="238671" y="63715"/>
                  </a:lnTo>
                  <a:lnTo>
                    <a:pt x="205818" y="26205"/>
                  </a:lnTo>
                  <a:lnTo>
                    <a:pt x="161094" y="4276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F0E8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6461696" y="3960266"/>
            <a:ext cx="239839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31470" algn="l"/>
              </a:tabLst>
            </a:pPr>
            <a:r>
              <a:rPr sz="975" b="1" spc="-37" baseline="9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05</a:t>
            </a:r>
            <a:r>
              <a:rPr sz="975" b="1" baseline="90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	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Release</a:t>
            </a:r>
            <a:r>
              <a:rPr sz="950" spc="-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950" spc="-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room and</a:t>
            </a:r>
            <a:r>
              <a:rPr sz="950" spc="-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save all</a:t>
            </a:r>
            <a:r>
              <a:rPr sz="950" spc="-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50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records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9320" y="4449495"/>
            <a:ext cx="45783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Subtotal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54002" y="4450219"/>
            <a:ext cx="409575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950" b="1" spc="-1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₹4,750</a:t>
            </a:r>
            <a:endParaRPr sz="9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51204" y="4842268"/>
            <a:ext cx="1143635" cy="35623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3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endParaRPr sz="70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</a:pPr>
            <a:r>
              <a:rPr sz="6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650" spc="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charges</a:t>
            </a:r>
            <a:r>
              <a:rPr sz="650" spc="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650" spc="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650" spc="4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charges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87277" y="4778895"/>
            <a:ext cx="894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₹4,750</a:t>
            </a:r>
            <a:endParaRPr sz="20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9320" y="5619864"/>
            <a:ext cx="253047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Confirm</a:t>
            </a:r>
            <a:r>
              <a:rPr sz="800" i="1" spc="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checkout</a:t>
            </a:r>
            <a:r>
              <a:rPr sz="800" i="1" spc="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800" i="1" spc="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release</a:t>
            </a:r>
            <a:r>
              <a:rPr sz="800" i="1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800" i="1" spc="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101</a:t>
            </a:r>
            <a:r>
              <a:rPr sz="800" i="1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back</a:t>
            </a:r>
            <a:r>
              <a:rPr sz="800" i="1" spc="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800" i="1" spc="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inventory.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414630" y="4549114"/>
            <a:ext cx="5183505" cy="1562735"/>
            <a:chOff x="6414630" y="4549114"/>
            <a:chExt cx="5183505" cy="1562735"/>
          </a:xfrm>
        </p:grpSpPr>
        <p:sp>
          <p:nvSpPr>
            <p:cNvPr id="57" name="object 57"/>
            <p:cNvSpPr/>
            <p:nvPr/>
          </p:nvSpPr>
          <p:spPr>
            <a:xfrm>
              <a:off x="6418440" y="4552924"/>
              <a:ext cx="5175885" cy="1555115"/>
            </a:xfrm>
            <a:custGeom>
              <a:avLst/>
              <a:gdLst/>
              <a:ahLst/>
              <a:cxnLst/>
              <a:rect l="l" t="t" r="r" b="b"/>
              <a:pathLst>
                <a:path w="5175884" h="1555114">
                  <a:moveTo>
                    <a:pt x="26644" y="0"/>
                  </a:moveTo>
                  <a:lnTo>
                    <a:pt x="4673" y="16192"/>
                  </a:lnTo>
                  <a:lnTo>
                    <a:pt x="1803" y="20878"/>
                  </a:lnTo>
                  <a:lnTo>
                    <a:pt x="355" y="26276"/>
                  </a:lnTo>
                  <a:lnTo>
                    <a:pt x="0" y="1528559"/>
                  </a:lnTo>
                  <a:lnTo>
                    <a:pt x="1435" y="1533956"/>
                  </a:lnTo>
                  <a:lnTo>
                    <a:pt x="4317" y="1538998"/>
                  </a:lnTo>
                  <a:lnTo>
                    <a:pt x="7200" y="1543672"/>
                  </a:lnTo>
                  <a:lnTo>
                    <a:pt x="11163" y="1547634"/>
                  </a:lnTo>
                  <a:lnTo>
                    <a:pt x="16205" y="1550517"/>
                  </a:lnTo>
                  <a:lnTo>
                    <a:pt x="20878" y="1553400"/>
                  </a:lnTo>
                  <a:lnTo>
                    <a:pt x="26276" y="1554835"/>
                  </a:lnTo>
                  <a:lnTo>
                    <a:pt x="5149443" y="1554835"/>
                  </a:lnTo>
                  <a:lnTo>
                    <a:pt x="5171401" y="1538630"/>
                  </a:lnTo>
                  <a:lnTo>
                    <a:pt x="5174284" y="1533956"/>
                  </a:lnTo>
                  <a:lnTo>
                    <a:pt x="5175719" y="1528559"/>
                  </a:lnTo>
                  <a:lnTo>
                    <a:pt x="5175625" y="26276"/>
                  </a:lnTo>
                  <a:lnTo>
                    <a:pt x="5174284" y="21234"/>
                  </a:lnTo>
                  <a:lnTo>
                    <a:pt x="5171401" y="16192"/>
                  </a:lnTo>
                  <a:lnTo>
                    <a:pt x="5168519" y="11518"/>
                  </a:lnTo>
                  <a:lnTo>
                    <a:pt x="5164556" y="7556"/>
                  </a:lnTo>
                  <a:lnTo>
                    <a:pt x="5159514" y="4673"/>
                  </a:lnTo>
                  <a:lnTo>
                    <a:pt x="5154841" y="1790"/>
                  </a:lnTo>
                  <a:lnTo>
                    <a:pt x="5149443" y="355"/>
                  </a:lnTo>
                  <a:lnTo>
                    <a:pt x="266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418440" y="4552924"/>
              <a:ext cx="5175885" cy="1555115"/>
            </a:xfrm>
            <a:custGeom>
              <a:avLst/>
              <a:gdLst/>
              <a:ahLst/>
              <a:cxnLst/>
              <a:rect l="l" t="t" r="r" b="b"/>
              <a:pathLst>
                <a:path w="5175884" h="1555114">
                  <a:moveTo>
                    <a:pt x="355" y="32029"/>
                  </a:moveTo>
                  <a:lnTo>
                    <a:pt x="355" y="26276"/>
                  </a:lnTo>
                  <a:lnTo>
                    <a:pt x="1803" y="20878"/>
                  </a:lnTo>
                  <a:lnTo>
                    <a:pt x="4673" y="16192"/>
                  </a:lnTo>
                  <a:lnTo>
                    <a:pt x="7556" y="11150"/>
                  </a:lnTo>
                  <a:lnTo>
                    <a:pt x="11518" y="7200"/>
                  </a:lnTo>
                  <a:lnTo>
                    <a:pt x="16205" y="4318"/>
                  </a:lnTo>
                  <a:lnTo>
                    <a:pt x="21234" y="1435"/>
                  </a:lnTo>
                  <a:lnTo>
                    <a:pt x="26644" y="0"/>
                  </a:lnTo>
                  <a:lnTo>
                    <a:pt x="32397" y="0"/>
                  </a:lnTo>
                  <a:lnTo>
                    <a:pt x="5143677" y="355"/>
                  </a:lnTo>
                  <a:lnTo>
                    <a:pt x="5149443" y="355"/>
                  </a:lnTo>
                  <a:lnTo>
                    <a:pt x="5154841" y="1790"/>
                  </a:lnTo>
                  <a:lnTo>
                    <a:pt x="5159514" y="4673"/>
                  </a:lnTo>
                  <a:lnTo>
                    <a:pt x="5164556" y="7556"/>
                  </a:lnTo>
                  <a:lnTo>
                    <a:pt x="5168519" y="11518"/>
                  </a:lnTo>
                  <a:lnTo>
                    <a:pt x="5171401" y="16192"/>
                  </a:lnTo>
                  <a:lnTo>
                    <a:pt x="5174284" y="21234"/>
                  </a:lnTo>
                  <a:lnTo>
                    <a:pt x="5175719" y="26631"/>
                  </a:lnTo>
                  <a:lnTo>
                    <a:pt x="5175719" y="32397"/>
                  </a:lnTo>
                  <a:lnTo>
                    <a:pt x="5175719" y="1522793"/>
                  </a:lnTo>
                  <a:lnTo>
                    <a:pt x="5175719" y="1528559"/>
                  </a:lnTo>
                  <a:lnTo>
                    <a:pt x="5174284" y="1533956"/>
                  </a:lnTo>
                  <a:lnTo>
                    <a:pt x="5171401" y="1538630"/>
                  </a:lnTo>
                  <a:lnTo>
                    <a:pt x="5168519" y="1543672"/>
                  </a:lnTo>
                  <a:lnTo>
                    <a:pt x="5164556" y="1547634"/>
                  </a:lnTo>
                  <a:lnTo>
                    <a:pt x="5159883" y="1550517"/>
                  </a:lnTo>
                  <a:lnTo>
                    <a:pt x="5154841" y="1553400"/>
                  </a:lnTo>
                  <a:lnTo>
                    <a:pt x="5149443" y="1554835"/>
                  </a:lnTo>
                  <a:lnTo>
                    <a:pt x="5143677" y="1554835"/>
                  </a:lnTo>
                  <a:lnTo>
                    <a:pt x="32042" y="1554835"/>
                  </a:lnTo>
                  <a:lnTo>
                    <a:pt x="26276" y="1554835"/>
                  </a:lnTo>
                  <a:lnTo>
                    <a:pt x="20878" y="1553400"/>
                  </a:lnTo>
                  <a:lnTo>
                    <a:pt x="16205" y="1550517"/>
                  </a:lnTo>
                  <a:lnTo>
                    <a:pt x="11163" y="1547634"/>
                  </a:lnTo>
                  <a:lnTo>
                    <a:pt x="7200" y="1543672"/>
                  </a:lnTo>
                  <a:lnTo>
                    <a:pt x="4317" y="1538998"/>
                  </a:lnTo>
                  <a:lnTo>
                    <a:pt x="1435" y="1533956"/>
                  </a:lnTo>
                  <a:lnTo>
                    <a:pt x="0" y="1528559"/>
                  </a:lnTo>
                  <a:lnTo>
                    <a:pt x="0" y="1522793"/>
                  </a:lnTo>
                  <a:lnTo>
                    <a:pt x="355" y="32029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6607340" y="4669459"/>
            <a:ext cx="1101725" cy="6140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V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3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endParaRPr sz="750">
              <a:latin typeface="Segoe UI" panose="020B0502040204020203"/>
              <a:cs typeface="Segoe UI" panose="020B0502040204020203"/>
            </a:endParaRPr>
          </a:p>
          <a:p>
            <a:pPr marL="21590">
              <a:lnSpc>
                <a:spcPct val="100000"/>
              </a:lnSpc>
              <a:spcBef>
                <a:spcPts val="965"/>
              </a:spcBef>
            </a:pP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5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4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M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 marL="21590">
              <a:lnSpc>
                <a:spcPct val="100000"/>
              </a:lnSpc>
              <a:spcBef>
                <a:spcPts val="350"/>
              </a:spcBef>
            </a:pPr>
            <a:r>
              <a:rPr sz="1350" b="1" spc="-1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₹4,500</a:t>
            </a:r>
            <a:endParaRPr sz="13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262264" y="4884276"/>
            <a:ext cx="462915" cy="39941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4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D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b="1" spc="-2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₹250</a:t>
            </a:r>
            <a:endParaRPr sz="13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908184" y="4884276"/>
            <a:ext cx="617220" cy="39941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TA</a:t>
            </a:r>
            <a:r>
              <a:rPr sz="650" b="1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L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b="1" spc="-10" dirty="0">
                <a:solidFill>
                  <a:srgbClr val="152436"/>
                </a:solidFill>
                <a:latin typeface="Georgia" panose="02040502050405020303"/>
                <a:cs typeface="Georgia" panose="02040502050405020303"/>
              </a:rPr>
              <a:t>₹4,750</a:t>
            </a:r>
            <a:endParaRPr sz="135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629400" y="5376240"/>
            <a:ext cx="4526280" cy="91440"/>
            <a:chOff x="6629400" y="5376240"/>
            <a:chExt cx="4526280" cy="91440"/>
          </a:xfrm>
        </p:grpSpPr>
        <p:sp>
          <p:nvSpPr>
            <p:cNvPr id="61" name="object 61"/>
            <p:cNvSpPr/>
            <p:nvPr/>
          </p:nvSpPr>
          <p:spPr>
            <a:xfrm>
              <a:off x="6629400" y="5376240"/>
              <a:ext cx="1234440" cy="91440"/>
            </a:xfrm>
            <a:custGeom>
              <a:avLst/>
              <a:gdLst/>
              <a:ahLst/>
              <a:cxnLst/>
              <a:rect l="l" t="t" r="r" b="b"/>
              <a:pathLst>
                <a:path w="1234440" h="91439">
                  <a:moveTo>
                    <a:pt x="1234084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617042" y="91084"/>
                  </a:lnTo>
                  <a:lnTo>
                    <a:pt x="1234084" y="91084"/>
                  </a:lnTo>
                  <a:lnTo>
                    <a:pt x="1234084" y="0"/>
                  </a:lnTo>
                  <a:close/>
                </a:path>
              </a:pathLst>
            </a:custGeom>
            <a:solidFill>
              <a:srgbClr val="EFE6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629400" y="5376240"/>
              <a:ext cx="889000" cy="91440"/>
            </a:xfrm>
            <a:custGeom>
              <a:avLst/>
              <a:gdLst/>
              <a:ahLst/>
              <a:cxnLst/>
              <a:rect l="l" t="t" r="r" b="b"/>
              <a:pathLst>
                <a:path w="889000" h="91439">
                  <a:moveTo>
                    <a:pt x="888479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444246" y="91084"/>
                  </a:lnTo>
                  <a:lnTo>
                    <a:pt x="888479" y="91084"/>
                  </a:lnTo>
                  <a:lnTo>
                    <a:pt x="888479" y="0"/>
                  </a:lnTo>
                  <a:close/>
                </a:path>
              </a:pathLst>
            </a:custGeom>
            <a:solidFill>
              <a:srgbClr val="C5A0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275320" y="5376240"/>
              <a:ext cx="1234440" cy="91440"/>
            </a:xfrm>
            <a:custGeom>
              <a:avLst/>
              <a:gdLst/>
              <a:ahLst/>
              <a:cxnLst/>
              <a:rect l="l" t="t" r="r" b="b"/>
              <a:pathLst>
                <a:path w="1234440" h="91439">
                  <a:moveTo>
                    <a:pt x="1234084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617042" y="91084"/>
                  </a:lnTo>
                  <a:lnTo>
                    <a:pt x="1234084" y="91084"/>
                  </a:lnTo>
                  <a:lnTo>
                    <a:pt x="1234084" y="0"/>
                  </a:lnTo>
                  <a:close/>
                </a:path>
              </a:pathLst>
            </a:custGeom>
            <a:solidFill>
              <a:srgbClr val="EFE6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8275320" y="5376240"/>
              <a:ext cx="222250" cy="91440"/>
            </a:xfrm>
            <a:custGeom>
              <a:avLst/>
              <a:gdLst/>
              <a:ahLst/>
              <a:cxnLst/>
              <a:rect l="l" t="t" r="r" b="b"/>
              <a:pathLst>
                <a:path w="222250" h="91439">
                  <a:moveTo>
                    <a:pt x="221754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110883" y="91084"/>
                  </a:lnTo>
                  <a:lnTo>
                    <a:pt x="221754" y="91084"/>
                  </a:lnTo>
                  <a:lnTo>
                    <a:pt x="221754" y="0"/>
                  </a:lnTo>
                  <a:close/>
                </a:path>
              </a:pathLst>
            </a:custGeom>
            <a:solidFill>
              <a:srgbClr val="C5A0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9921240" y="5376240"/>
              <a:ext cx="1234440" cy="91440"/>
            </a:xfrm>
            <a:custGeom>
              <a:avLst/>
              <a:gdLst/>
              <a:ahLst/>
              <a:cxnLst/>
              <a:rect l="l" t="t" r="r" b="b"/>
              <a:pathLst>
                <a:path w="1234440" h="91439">
                  <a:moveTo>
                    <a:pt x="1234084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617042" y="91084"/>
                  </a:lnTo>
                  <a:lnTo>
                    <a:pt x="1234084" y="91084"/>
                  </a:lnTo>
                  <a:lnTo>
                    <a:pt x="1234084" y="0"/>
                  </a:lnTo>
                  <a:close/>
                </a:path>
              </a:pathLst>
            </a:custGeom>
            <a:solidFill>
              <a:srgbClr val="EFE6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9921240" y="5376240"/>
              <a:ext cx="962660" cy="91440"/>
            </a:xfrm>
            <a:custGeom>
              <a:avLst/>
              <a:gdLst/>
              <a:ahLst/>
              <a:cxnLst/>
              <a:rect l="l" t="t" r="r" b="b"/>
              <a:pathLst>
                <a:path w="962659" h="91439">
                  <a:moveTo>
                    <a:pt x="962634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481317" y="91084"/>
                  </a:lnTo>
                  <a:lnTo>
                    <a:pt x="962634" y="91084"/>
                  </a:lnTo>
                  <a:lnTo>
                    <a:pt x="962634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6607695" y="5645784"/>
            <a:ext cx="381889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750" spc="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7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7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revenue</a:t>
            </a:r>
            <a:r>
              <a:rPr sz="7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is</a:t>
            </a:r>
            <a:r>
              <a:rPr sz="750" spc="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held</a:t>
            </a:r>
            <a:r>
              <a:rPr sz="7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in</a:t>
            </a:r>
            <a:r>
              <a:rPr sz="7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7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Hotel</a:t>
            </a:r>
            <a:r>
              <a:rPr sz="7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object;</a:t>
            </a:r>
            <a:r>
              <a:rPr sz="750" spc="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totals</a:t>
            </a:r>
            <a:r>
              <a:rPr sz="7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reset</a:t>
            </a:r>
            <a:r>
              <a:rPr sz="7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when</a:t>
            </a:r>
            <a:r>
              <a:rPr sz="7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750" spc="2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program</a:t>
            </a:r>
            <a:r>
              <a:rPr sz="750" spc="2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restarts.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H</a:t>
            </a:r>
            <a:r>
              <a:rPr spc="-5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S</a:t>
            </a:r>
            <a:r>
              <a:rPr spc="320" dirty="0"/>
              <a:t> </a:t>
            </a:r>
            <a:r>
              <a:rPr dirty="0"/>
              <a:t>·</a:t>
            </a:r>
            <a:r>
              <a:rPr spc="325" dirty="0"/>
              <a:t> </a:t>
            </a:r>
            <a:r>
              <a:rPr dirty="0"/>
              <a:t>H</a:t>
            </a:r>
            <a:r>
              <a:rPr spc="-4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L</a:t>
            </a:r>
            <a:r>
              <a:rPr spc="32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T</a:t>
            </a:r>
            <a:r>
              <a:rPr spc="32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Y</a:t>
            </a:r>
            <a:r>
              <a:rPr spc="-5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spc="-50" dirty="0"/>
              <a:t>M</a:t>
            </a:r>
            <a:endParaRPr spc="-50" dirty="0"/>
          </a:p>
        </p:txBody>
      </p:sp>
      <p:sp>
        <p:nvSpPr>
          <p:cNvPr id="73" name="object 7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C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+</a:t>
            </a:r>
            <a:r>
              <a:rPr spc="320" dirty="0"/>
              <a:t> </a:t>
            </a:r>
            <a:r>
              <a:rPr dirty="0"/>
              <a:t>C</a:t>
            </a:r>
            <a:r>
              <a:rPr spc="-50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N</a:t>
            </a:r>
            <a:r>
              <a:rPr spc="-40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3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C</a:t>
            </a:r>
            <a:r>
              <a:rPr spc="-45" dirty="0"/>
              <a:t> </a:t>
            </a:r>
            <a:r>
              <a:rPr spc="60" dirty="0"/>
              <a:t>AT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N</a:t>
            </a:r>
            <a:endParaRPr spc="-50" dirty="0"/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/>
            </a:fld>
            <a:r>
              <a:rPr spc="190" dirty="0"/>
              <a:t> </a:t>
            </a:r>
            <a:r>
              <a:rPr dirty="0"/>
              <a:t>/</a:t>
            </a:r>
            <a:r>
              <a:rPr spc="190" dirty="0"/>
              <a:t> </a:t>
            </a:r>
            <a:r>
              <a:rPr spc="-10" dirty="0"/>
              <a:t>1</a:t>
            </a:r>
            <a:r>
              <a:rPr spc="-125" dirty="0"/>
              <a:t> </a:t>
            </a:r>
            <a:r>
              <a:rPr spc="-50" dirty="0"/>
              <a:t>5</a:t>
            </a:r>
            <a:endParaRPr spc="-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-355"/>
            <a:ext cx="12192000" cy="6858000"/>
            <a:chOff x="-355" y="-355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-355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73" y="6857631"/>
                  </a:lnTo>
                  <a:lnTo>
                    <a:pt x="6095873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B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1555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A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1479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8F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47403" y="-355"/>
              <a:ext cx="5080000" cy="6858000"/>
            </a:xfrm>
            <a:custGeom>
              <a:avLst/>
              <a:gdLst/>
              <a:ahLst/>
              <a:cxnLst/>
              <a:rect l="l" t="t" r="r" b="b"/>
              <a:pathLst>
                <a:path w="5080000" h="6858000">
                  <a:moveTo>
                    <a:pt x="0" y="6857631"/>
                  </a:moveTo>
                  <a:lnTo>
                    <a:pt x="5079961" y="6857631"/>
                  </a:lnTo>
                  <a:lnTo>
                    <a:pt x="5079961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63314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7631"/>
                  </a:moveTo>
                  <a:lnTo>
                    <a:pt x="6095885" y="6857631"/>
                  </a:lnTo>
                  <a:lnTo>
                    <a:pt x="6095885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7F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237" y="-355"/>
              <a:ext cx="4064635" cy="6858000"/>
            </a:xfrm>
            <a:custGeom>
              <a:avLst/>
              <a:gdLst/>
              <a:ahLst/>
              <a:cxnLst/>
              <a:rect l="l" t="t" r="r" b="b"/>
              <a:pathLst>
                <a:path w="4064634" h="6858000">
                  <a:moveTo>
                    <a:pt x="0" y="6857631"/>
                  </a:moveTo>
                  <a:lnTo>
                    <a:pt x="4064038" y="6857631"/>
                  </a:lnTo>
                  <a:lnTo>
                    <a:pt x="4064038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6F0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5517" y="-355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6095517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6095517" y="6857631"/>
                  </a:lnTo>
                  <a:lnTo>
                    <a:pt x="6095517" y="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11441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0" y="6857631"/>
                  </a:moveTo>
                  <a:lnTo>
                    <a:pt x="4063682" y="6857631"/>
                  </a:lnTo>
                  <a:lnTo>
                    <a:pt x="4063682" y="0"/>
                  </a:lnTo>
                  <a:lnTo>
                    <a:pt x="0" y="0"/>
                  </a:lnTo>
                  <a:lnTo>
                    <a:pt x="0" y="6857631"/>
                  </a:lnTo>
                  <a:close/>
                </a:path>
              </a:pathLst>
            </a:custGeom>
            <a:solidFill>
              <a:srgbClr val="F4E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27365" y="-355"/>
              <a:ext cx="4064000" cy="6858000"/>
            </a:xfrm>
            <a:custGeom>
              <a:avLst/>
              <a:gdLst/>
              <a:ahLst/>
              <a:cxnLst/>
              <a:rect l="l" t="t" r="r" b="b"/>
              <a:pathLst>
                <a:path w="4064000" h="6858000">
                  <a:moveTo>
                    <a:pt x="4063669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4063669" y="6857631"/>
                  </a:lnTo>
                  <a:lnTo>
                    <a:pt x="4063669" y="0"/>
                  </a:lnTo>
                  <a:close/>
                </a:path>
              </a:pathLst>
            </a:custGeom>
            <a:solidFill>
              <a:srgbClr val="F3EC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143276" y="-355"/>
              <a:ext cx="3048000" cy="6858000"/>
            </a:xfrm>
            <a:custGeom>
              <a:avLst/>
              <a:gdLst/>
              <a:ahLst/>
              <a:cxnLst/>
              <a:rect l="l" t="t" r="r" b="b"/>
              <a:pathLst>
                <a:path w="3048000" h="6858000">
                  <a:moveTo>
                    <a:pt x="3047758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3047758" y="6857631"/>
                  </a:lnTo>
                  <a:lnTo>
                    <a:pt x="3047758" y="0"/>
                  </a:lnTo>
                  <a:close/>
                </a:path>
              </a:pathLst>
            </a:custGeom>
            <a:solidFill>
              <a:srgbClr val="F1E9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159200" y="-355"/>
              <a:ext cx="2032000" cy="6858000"/>
            </a:xfrm>
            <a:custGeom>
              <a:avLst/>
              <a:gdLst/>
              <a:ahLst/>
              <a:cxnLst/>
              <a:rect l="l" t="t" r="r" b="b"/>
              <a:pathLst>
                <a:path w="2032000" h="6858000">
                  <a:moveTo>
                    <a:pt x="2031834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031834" y="6857631"/>
                  </a:lnTo>
                  <a:lnTo>
                    <a:pt x="2031834" y="0"/>
                  </a:lnTo>
                  <a:close/>
                </a:path>
              </a:pathLst>
            </a:custGeom>
            <a:solidFill>
              <a:srgbClr val="F0E9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175123" y="-355"/>
              <a:ext cx="1016000" cy="6858000"/>
            </a:xfrm>
            <a:custGeom>
              <a:avLst/>
              <a:gdLst/>
              <a:ahLst/>
              <a:cxnLst/>
              <a:rect l="l" t="t" r="r" b="b"/>
              <a:pathLst>
                <a:path w="1016000" h="6858000">
                  <a:moveTo>
                    <a:pt x="101591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1015911" y="6857631"/>
                  </a:lnTo>
                  <a:lnTo>
                    <a:pt x="1015911" y="0"/>
                  </a:lnTo>
                  <a:close/>
                </a:path>
              </a:pathLst>
            </a:custGeom>
            <a:solidFill>
              <a:srgbClr val="F0E6D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81304" y="353415"/>
            <a:ext cx="1780539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r>
              <a:rPr sz="9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-8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9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b="1" spc="-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A1A2B"/>
                </a:solidFill>
              </a:rPr>
              <a:t>Attendance</a:t>
            </a:r>
            <a:r>
              <a:rPr spc="-5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and</a:t>
            </a:r>
            <a:r>
              <a:rPr spc="-6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payroll</a:t>
            </a:r>
            <a:r>
              <a:rPr spc="-50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that</a:t>
            </a:r>
            <a:r>
              <a:rPr spc="-5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add</a:t>
            </a:r>
            <a:r>
              <a:rPr spc="-55" dirty="0">
                <a:solidFill>
                  <a:srgbClr val="0A1A2B"/>
                </a:solidFill>
              </a:rPr>
              <a:t> </a:t>
            </a:r>
            <a:r>
              <a:rPr dirty="0">
                <a:solidFill>
                  <a:srgbClr val="0A1A2B"/>
                </a:solidFill>
              </a:rPr>
              <a:t>up</a:t>
            </a:r>
            <a:r>
              <a:rPr spc="-55" dirty="0">
                <a:solidFill>
                  <a:srgbClr val="0A1A2B"/>
                </a:solidFill>
              </a:rPr>
              <a:t> </a:t>
            </a:r>
            <a:r>
              <a:rPr spc="-10" dirty="0">
                <a:solidFill>
                  <a:srgbClr val="0A1A2B"/>
                </a:solidFill>
              </a:rPr>
              <a:t>automatically.</a:t>
            </a:r>
            <a:endParaRPr spc="-10" dirty="0">
              <a:solidFill>
                <a:srgbClr val="0A1A2B"/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304" y="1240459"/>
            <a:ext cx="6026150" cy="205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Staff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records,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daily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attendance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salary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payments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share</a:t>
            </a:r>
            <a:r>
              <a:rPr sz="1150" spc="5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one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flow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—</a:t>
            </a:r>
            <a:r>
              <a:rPr sz="1150" spc="7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from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shift</a:t>
            </a:r>
            <a:r>
              <a:rPr sz="1150" spc="6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1150" spc="65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5E6D79"/>
                </a:solidFill>
                <a:latin typeface="Segoe UI" panose="020B0502040204020203"/>
                <a:cs typeface="Segoe UI" panose="020B0502040204020203"/>
              </a:rPr>
              <a:t>payslip.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89597" y="1641157"/>
            <a:ext cx="11010265" cy="4375785"/>
            <a:chOff x="589597" y="1641157"/>
            <a:chExt cx="11010265" cy="4375785"/>
          </a:xfrm>
        </p:grpSpPr>
        <p:sp>
          <p:nvSpPr>
            <p:cNvPr id="19" name="object 19"/>
            <p:cNvSpPr/>
            <p:nvPr/>
          </p:nvSpPr>
          <p:spPr>
            <a:xfrm>
              <a:off x="594359" y="1645920"/>
              <a:ext cx="11000740" cy="0"/>
            </a:xfrm>
            <a:custGeom>
              <a:avLst/>
              <a:gdLst/>
              <a:ahLst/>
              <a:cxnLst/>
              <a:rect l="l" t="t" r="r" b="b"/>
              <a:pathLst>
                <a:path w="11000740">
                  <a:moveTo>
                    <a:pt x="0" y="0"/>
                  </a:moveTo>
                  <a:lnTo>
                    <a:pt x="11000155" y="0"/>
                  </a:lnTo>
                </a:path>
              </a:pathLst>
            </a:custGeom>
            <a:ln w="93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Hotel kitchen team member plating a dish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4359" y="1792084"/>
              <a:ext cx="3913200" cy="422423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4359" y="4772875"/>
              <a:ext cx="3913504" cy="1243330"/>
            </a:xfrm>
            <a:custGeom>
              <a:avLst/>
              <a:gdLst/>
              <a:ahLst/>
              <a:cxnLst/>
              <a:rect l="l" t="t" r="r" b="b"/>
              <a:pathLst>
                <a:path w="3913504" h="1243329">
                  <a:moveTo>
                    <a:pt x="3913200" y="0"/>
                  </a:moveTo>
                  <a:lnTo>
                    <a:pt x="0" y="0"/>
                  </a:lnTo>
                  <a:lnTo>
                    <a:pt x="0" y="1243088"/>
                  </a:lnTo>
                  <a:lnTo>
                    <a:pt x="1956600" y="1243088"/>
                  </a:lnTo>
                  <a:lnTo>
                    <a:pt x="3913200" y="1243088"/>
                  </a:lnTo>
                  <a:lnTo>
                    <a:pt x="3913200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50315" y="4919395"/>
              <a:ext cx="749935" cy="0"/>
            </a:xfrm>
            <a:custGeom>
              <a:avLst/>
              <a:gdLst/>
              <a:ahLst/>
              <a:cxnLst/>
              <a:rect l="l" t="t" r="r" b="b"/>
              <a:pathLst>
                <a:path w="749935">
                  <a:moveTo>
                    <a:pt x="0" y="0"/>
                  </a:moveTo>
                  <a:lnTo>
                    <a:pt x="749884" y="0"/>
                  </a:lnTo>
                </a:path>
              </a:pathLst>
            </a:custGeom>
            <a:ln w="1259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4769065" y="1788274"/>
            <a:ext cx="6829425" cy="1489075"/>
            <a:chOff x="4769065" y="1788274"/>
            <a:chExt cx="6829425" cy="1489075"/>
          </a:xfrm>
        </p:grpSpPr>
        <p:sp>
          <p:nvSpPr>
            <p:cNvPr id="26" name="object 26"/>
            <p:cNvSpPr/>
            <p:nvPr/>
          </p:nvSpPr>
          <p:spPr>
            <a:xfrm>
              <a:off x="4772875" y="1792084"/>
              <a:ext cx="6821805" cy="1481455"/>
            </a:xfrm>
            <a:custGeom>
              <a:avLst/>
              <a:gdLst/>
              <a:ahLst/>
              <a:cxnLst/>
              <a:rect l="l" t="t" r="r" b="b"/>
              <a:pathLst>
                <a:path w="6821805" h="1481454">
                  <a:moveTo>
                    <a:pt x="6798246" y="0"/>
                  </a:moveTo>
                  <a:lnTo>
                    <a:pt x="22682" y="0"/>
                  </a:lnTo>
                  <a:lnTo>
                    <a:pt x="18008" y="1079"/>
                  </a:lnTo>
                  <a:lnTo>
                    <a:pt x="0" y="22669"/>
                  </a:lnTo>
                  <a:lnTo>
                    <a:pt x="0" y="1458722"/>
                  </a:lnTo>
                  <a:lnTo>
                    <a:pt x="22682" y="1481391"/>
                  </a:lnTo>
                  <a:lnTo>
                    <a:pt x="6798602" y="1481035"/>
                  </a:lnTo>
                  <a:lnTo>
                    <a:pt x="6821284" y="1453680"/>
                  </a:lnTo>
                  <a:lnTo>
                    <a:pt x="6820929" y="27355"/>
                  </a:lnTo>
                  <a:lnTo>
                    <a:pt x="67982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772875" y="1792084"/>
              <a:ext cx="6821805" cy="1481455"/>
            </a:xfrm>
            <a:custGeom>
              <a:avLst/>
              <a:gdLst/>
              <a:ahLst/>
              <a:cxnLst/>
              <a:rect l="l" t="t" r="r" b="b"/>
              <a:pathLst>
                <a:path w="6821805" h="1481454">
                  <a:moveTo>
                    <a:pt x="0" y="27355"/>
                  </a:moveTo>
                  <a:lnTo>
                    <a:pt x="0" y="22669"/>
                  </a:lnTo>
                  <a:lnTo>
                    <a:pt x="1447" y="17640"/>
                  </a:lnTo>
                  <a:lnTo>
                    <a:pt x="22682" y="0"/>
                  </a:lnTo>
                  <a:lnTo>
                    <a:pt x="27368" y="0"/>
                  </a:lnTo>
                  <a:lnTo>
                    <a:pt x="6793560" y="0"/>
                  </a:lnTo>
                  <a:lnTo>
                    <a:pt x="6798246" y="0"/>
                  </a:lnTo>
                  <a:lnTo>
                    <a:pt x="6803288" y="1435"/>
                  </a:lnTo>
                  <a:lnTo>
                    <a:pt x="6820928" y="22669"/>
                  </a:lnTo>
                  <a:lnTo>
                    <a:pt x="6820928" y="27355"/>
                  </a:lnTo>
                  <a:lnTo>
                    <a:pt x="6821284" y="1453680"/>
                  </a:lnTo>
                  <a:lnTo>
                    <a:pt x="6821284" y="1458353"/>
                  </a:lnTo>
                  <a:lnTo>
                    <a:pt x="6819849" y="1463395"/>
                  </a:lnTo>
                  <a:lnTo>
                    <a:pt x="6798602" y="1481035"/>
                  </a:lnTo>
                  <a:lnTo>
                    <a:pt x="6793928" y="1481035"/>
                  </a:lnTo>
                  <a:lnTo>
                    <a:pt x="27368" y="1481391"/>
                  </a:lnTo>
                  <a:lnTo>
                    <a:pt x="22682" y="1481391"/>
                  </a:lnTo>
                  <a:lnTo>
                    <a:pt x="17640" y="1479956"/>
                  </a:lnTo>
                  <a:lnTo>
                    <a:pt x="0" y="1458722"/>
                  </a:lnTo>
                  <a:lnTo>
                    <a:pt x="0" y="1454035"/>
                  </a:lnTo>
                  <a:lnTo>
                    <a:pt x="0" y="27355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974120" y="1889175"/>
            <a:ext cx="171767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TA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50" b="1" spc="2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50" b="1" spc="-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50" b="1" spc="2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50" b="1" spc="2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5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50" b="1" spc="-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50" b="1" spc="2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5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74120" y="2134835"/>
            <a:ext cx="471170" cy="3968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650" b="1" spc="-5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TA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650" b="1" spc="-5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650" b="1" spc="3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650" b="1" spc="-4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6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D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435"/>
              </a:spcBef>
            </a:pPr>
            <a:r>
              <a:rPr sz="1200" b="1" spc="-2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101</a:t>
            </a:r>
            <a:endParaRPr sz="12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80315" y="2134835"/>
            <a:ext cx="328930" cy="3968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650" b="1" spc="-5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E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435"/>
              </a:spcBef>
            </a:pPr>
            <a:r>
              <a:rPr sz="1200" b="1" spc="-2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Ravi</a:t>
            </a:r>
            <a:endParaRPr sz="12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43355" y="2134835"/>
            <a:ext cx="807720" cy="3968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6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650" b="1" spc="-5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E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435"/>
              </a:spcBef>
            </a:pPr>
            <a:r>
              <a:rPr sz="1200" b="1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Front</a:t>
            </a:r>
            <a:r>
              <a:rPr sz="1200" b="1" spc="55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200" b="1" spc="-2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Desk</a:t>
            </a:r>
            <a:endParaRPr sz="12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63240" y="2134835"/>
            <a:ext cx="656590" cy="3968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650" b="1" spc="-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650" b="1" spc="-6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LY</a:t>
            </a:r>
            <a:r>
              <a:rPr sz="650" b="1" spc="30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6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WA</a:t>
            </a:r>
            <a:r>
              <a:rPr sz="650" b="1" spc="-7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650" b="1" spc="-5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E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435"/>
              </a:spcBef>
            </a:pPr>
            <a:r>
              <a:rPr sz="1200" b="1" spc="-20" dirty="0">
                <a:solidFill>
                  <a:srgbClr val="152436"/>
                </a:solidFill>
                <a:latin typeface="Segoe UI" panose="020B0502040204020203"/>
                <a:cs typeface="Segoe UI" panose="020B0502040204020203"/>
              </a:rPr>
              <a:t>₹500</a:t>
            </a:r>
            <a:endParaRPr sz="12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970983" y="2720987"/>
            <a:ext cx="967105" cy="226695"/>
            <a:chOff x="4970983" y="2720987"/>
            <a:chExt cx="967105" cy="226695"/>
          </a:xfrm>
        </p:grpSpPr>
        <p:sp>
          <p:nvSpPr>
            <p:cNvPr id="34" name="object 34"/>
            <p:cNvSpPr/>
            <p:nvPr/>
          </p:nvSpPr>
          <p:spPr>
            <a:xfrm>
              <a:off x="4974475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850328" y="0"/>
                  </a:moveTo>
                  <a:lnTo>
                    <a:pt x="109804" y="0"/>
                  </a:lnTo>
                  <a:lnTo>
                    <a:pt x="95374" y="939"/>
                  </a:lnTo>
                  <a:lnTo>
                    <a:pt x="54724" y="14757"/>
                  </a:lnTo>
                  <a:lnTo>
                    <a:pt x="22782" y="43010"/>
                  </a:lnTo>
                  <a:lnTo>
                    <a:pt x="3736" y="81360"/>
                  </a:lnTo>
                  <a:lnTo>
                    <a:pt x="0" y="109804"/>
                  </a:lnTo>
                  <a:lnTo>
                    <a:pt x="939" y="124227"/>
                  </a:lnTo>
                  <a:lnTo>
                    <a:pt x="14770" y="164884"/>
                  </a:lnTo>
                  <a:lnTo>
                    <a:pt x="42861" y="196825"/>
                  </a:lnTo>
                  <a:lnTo>
                    <a:pt x="81316" y="215860"/>
                  </a:lnTo>
                  <a:lnTo>
                    <a:pt x="109804" y="219595"/>
                  </a:lnTo>
                  <a:lnTo>
                    <a:pt x="850328" y="219595"/>
                  </a:lnTo>
                  <a:lnTo>
                    <a:pt x="892392" y="211242"/>
                  </a:lnTo>
                  <a:lnTo>
                    <a:pt x="927952" y="187428"/>
                  </a:lnTo>
                  <a:lnTo>
                    <a:pt x="951767" y="151868"/>
                  </a:lnTo>
                  <a:lnTo>
                    <a:pt x="960120" y="109804"/>
                  </a:lnTo>
                  <a:lnTo>
                    <a:pt x="959180" y="95379"/>
                  </a:lnTo>
                  <a:lnTo>
                    <a:pt x="945362" y="55079"/>
                  </a:lnTo>
                  <a:lnTo>
                    <a:pt x="917271" y="22783"/>
                  </a:lnTo>
                  <a:lnTo>
                    <a:pt x="878806" y="3735"/>
                  </a:lnTo>
                  <a:lnTo>
                    <a:pt x="850328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974475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0" y="109804"/>
                  </a:moveTo>
                  <a:lnTo>
                    <a:pt x="939" y="95379"/>
                  </a:lnTo>
                  <a:lnTo>
                    <a:pt x="3736" y="81360"/>
                  </a:lnTo>
                  <a:lnTo>
                    <a:pt x="22782" y="43010"/>
                  </a:lnTo>
                  <a:lnTo>
                    <a:pt x="54724" y="14757"/>
                  </a:lnTo>
                  <a:lnTo>
                    <a:pt x="95374" y="939"/>
                  </a:lnTo>
                  <a:lnTo>
                    <a:pt x="109804" y="0"/>
                  </a:lnTo>
                  <a:lnTo>
                    <a:pt x="850328" y="0"/>
                  </a:lnTo>
                  <a:lnTo>
                    <a:pt x="892392" y="8352"/>
                  </a:lnTo>
                  <a:lnTo>
                    <a:pt x="927952" y="32223"/>
                  </a:lnTo>
                  <a:lnTo>
                    <a:pt x="951767" y="67882"/>
                  </a:lnTo>
                  <a:lnTo>
                    <a:pt x="960120" y="109804"/>
                  </a:lnTo>
                  <a:lnTo>
                    <a:pt x="959180" y="124227"/>
                  </a:lnTo>
                  <a:lnTo>
                    <a:pt x="956384" y="138282"/>
                  </a:lnTo>
                  <a:lnTo>
                    <a:pt x="937349" y="176747"/>
                  </a:lnTo>
                  <a:lnTo>
                    <a:pt x="905408" y="204838"/>
                  </a:lnTo>
                  <a:lnTo>
                    <a:pt x="864751" y="218656"/>
                  </a:lnTo>
                  <a:lnTo>
                    <a:pt x="850328" y="219595"/>
                  </a:lnTo>
                  <a:lnTo>
                    <a:pt x="109804" y="219595"/>
                  </a:lnTo>
                  <a:lnTo>
                    <a:pt x="67732" y="211242"/>
                  </a:lnTo>
                  <a:lnTo>
                    <a:pt x="32180" y="187428"/>
                  </a:lnTo>
                  <a:lnTo>
                    <a:pt x="8358" y="151868"/>
                  </a:lnTo>
                  <a:lnTo>
                    <a:pt x="939" y="124227"/>
                  </a:lnTo>
                  <a:lnTo>
                    <a:pt x="0" y="109804"/>
                  </a:lnTo>
                  <a:close/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360403" y="2775140"/>
            <a:ext cx="20066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b="1" spc="2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ADD</a:t>
            </a:r>
            <a:endParaRPr sz="6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004191" y="2720987"/>
            <a:ext cx="967105" cy="226695"/>
            <a:chOff x="6004191" y="2720987"/>
            <a:chExt cx="967105" cy="226695"/>
          </a:xfrm>
        </p:grpSpPr>
        <p:sp>
          <p:nvSpPr>
            <p:cNvPr id="38" name="object 38"/>
            <p:cNvSpPr/>
            <p:nvPr/>
          </p:nvSpPr>
          <p:spPr>
            <a:xfrm>
              <a:off x="6007684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850315" y="0"/>
                  </a:moveTo>
                  <a:lnTo>
                    <a:pt x="109791" y="0"/>
                  </a:lnTo>
                  <a:lnTo>
                    <a:pt x="95374" y="939"/>
                  </a:lnTo>
                  <a:lnTo>
                    <a:pt x="55079" y="14757"/>
                  </a:lnTo>
                  <a:lnTo>
                    <a:pt x="22775" y="43010"/>
                  </a:lnTo>
                  <a:lnTo>
                    <a:pt x="3735" y="81360"/>
                  </a:lnTo>
                  <a:lnTo>
                    <a:pt x="0" y="109804"/>
                  </a:lnTo>
                  <a:lnTo>
                    <a:pt x="939" y="124227"/>
                  </a:lnTo>
                  <a:lnTo>
                    <a:pt x="14757" y="164884"/>
                  </a:lnTo>
                  <a:lnTo>
                    <a:pt x="43003" y="196825"/>
                  </a:lnTo>
                  <a:lnTo>
                    <a:pt x="81359" y="215860"/>
                  </a:lnTo>
                  <a:lnTo>
                    <a:pt x="109791" y="219595"/>
                  </a:lnTo>
                  <a:lnTo>
                    <a:pt x="850315" y="219595"/>
                  </a:lnTo>
                  <a:lnTo>
                    <a:pt x="892387" y="211242"/>
                  </a:lnTo>
                  <a:lnTo>
                    <a:pt x="927939" y="187428"/>
                  </a:lnTo>
                  <a:lnTo>
                    <a:pt x="951761" y="151868"/>
                  </a:lnTo>
                  <a:lnTo>
                    <a:pt x="960119" y="109804"/>
                  </a:lnTo>
                  <a:lnTo>
                    <a:pt x="959180" y="95379"/>
                  </a:lnTo>
                  <a:lnTo>
                    <a:pt x="945349" y="55079"/>
                  </a:lnTo>
                  <a:lnTo>
                    <a:pt x="917258" y="22783"/>
                  </a:lnTo>
                  <a:lnTo>
                    <a:pt x="878803" y="3735"/>
                  </a:lnTo>
                  <a:lnTo>
                    <a:pt x="850315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007684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0" y="109804"/>
                  </a:moveTo>
                  <a:lnTo>
                    <a:pt x="939" y="95379"/>
                  </a:lnTo>
                  <a:lnTo>
                    <a:pt x="3735" y="81360"/>
                  </a:lnTo>
                  <a:lnTo>
                    <a:pt x="22775" y="43010"/>
                  </a:lnTo>
                  <a:lnTo>
                    <a:pt x="55079" y="14757"/>
                  </a:lnTo>
                  <a:lnTo>
                    <a:pt x="95374" y="939"/>
                  </a:lnTo>
                  <a:lnTo>
                    <a:pt x="109791" y="0"/>
                  </a:lnTo>
                  <a:lnTo>
                    <a:pt x="850315" y="0"/>
                  </a:lnTo>
                  <a:lnTo>
                    <a:pt x="892387" y="8352"/>
                  </a:lnTo>
                  <a:lnTo>
                    <a:pt x="927939" y="32223"/>
                  </a:lnTo>
                  <a:lnTo>
                    <a:pt x="951761" y="67882"/>
                  </a:lnTo>
                  <a:lnTo>
                    <a:pt x="960119" y="109804"/>
                  </a:lnTo>
                  <a:lnTo>
                    <a:pt x="959180" y="124227"/>
                  </a:lnTo>
                  <a:lnTo>
                    <a:pt x="956383" y="138282"/>
                  </a:lnTo>
                  <a:lnTo>
                    <a:pt x="937337" y="176747"/>
                  </a:lnTo>
                  <a:lnTo>
                    <a:pt x="905395" y="204838"/>
                  </a:lnTo>
                  <a:lnTo>
                    <a:pt x="864745" y="218656"/>
                  </a:lnTo>
                  <a:lnTo>
                    <a:pt x="850315" y="219595"/>
                  </a:lnTo>
                  <a:lnTo>
                    <a:pt x="109791" y="219595"/>
                  </a:lnTo>
                  <a:lnTo>
                    <a:pt x="67882" y="211242"/>
                  </a:lnTo>
                  <a:lnTo>
                    <a:pt x="32213" y="187428"/>
                  </a:lnTo>
                  <a:lnTo>
                    <a:pt x="8352" y="151868"/>
                  </a:lnTo>
                  <a:lnTo>
                    <a:pt x="939" y="124227"/>
                  </a:lnTo>
                  <a:lnTo>
                    <a:pt x="0" y="109804"/>
                  </a:lnTo>
                  <a:close/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375234" y="2775140"/>
            <a:ext cx="236854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b="1" spc="3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VIEW</a:t>
            </a:r>
            <a:endParaRPr sz="6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037387" y="2720987"/>
            <a:ext cx="967105" cy="226695"/>
            <a:chOff x="7037387" y="2720987"/>
            <a:chExt cx="967105" cy="226695"/>
          </a:xfrm>
        </p:grpSpPr>
        <p:sp>
          <p:nvSpPr>
            <p:cNvPr id="42" name="object 42"/>
            <p:cNvSpPr/>
            <p:nvPr/>
          </p:nvSpPr>
          <p:spPr>
            <a:xfrm>
              <a:off x="7040880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850315" y="0"/>
                  </a:moveTo>
                  <a:lnTo>
                    <a:pt x="109804" y="0"/>
                  </a:lnTo>
                  <a:lnTo>
                    <a:pt x="95379" y="939"/>
                  </a:lnTo>
                  <a:lnTo>
                    <a:pt x="55079" y="14757"/>
                  </a:lnTo>
                  <a:lnTo>
                    <a:pt x="22783" y="43010"/>
                  </a:lnTo>
                  <a:lnTo>
                    <a:pt x="3735" y="81360"/>
                  </a:lnTo>
                  <a:lnTo>
                    <a:pt x="0" y="109804"/>
                  </a:lnTo>
                  <a:lnTo>
                    <a:pt x="939" y="124227"/>
                  </a:lnTo>
                  <a:lnTo>
                    <a:pt x="14757" y="164884"/>
                  </a:lnTo>
                  <a:lnTo>
                    <a:pt x="43010" y="196825"/>
                  </a:lnTo>
                  <a:lnTo>
                    <a:pt x="81360" y="215860"/>
                  </a:lnTo>
                  <a:lnTo>
                    <a:pt x="109804" y="219595"/>
                  </a:lnTo>
                  <a:lnTo>
                    <a:pt x="850315" y="219595"/>
                  </a:lnTo>
                  <a:lnTo>
                    <a:pt x="892387" y="211242"/>
                  </a:lnTo>
                  <a:lnTo>
                    <a:pt x="927941" y="187428"/>
                  </a:lnTo>
                  <a:lnTo>
                    <a:pt x="951767" y="151868"/>
                  </a:lnTo>
                  <a:lnTo>
                    <a:pt x="960120" y="109804"/>
                  </a:lnTo>
                  <a:lnTo>
                    <a:pt x="959180" y="95379"/>
                  </a:lnTo>
                  <a:lnTo>
                    <a:pt x="945362" y="55079"/>
                  </a:lnTo>
                  <a:lnTo>
                    <a:pt x="917259" y="22783"/>
                  </a:lnTo>
                  <a:lnTo>
                    <a:pt x="878803" y="3735"/>
                  </a:lnTo>
                  <a:lnTo>
                    <a:pt x="850315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040880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0" y="109804"/>
                  </a:moveTo>
                  <a:lnTo>
                    <a:pt x="939" y="95379"/>
                  </a:lnTo>
                  <a:lnTo>
                    <a:pt x="3735" y="81360"/>
                  </a:lnTo>
                  <a:lnTo>
                    <a:pt x="22783" y="43010"/>
                  </a:lnTo>
                  <a:lnTo>
                    <a:pt x="55079" y="14757"/>
                  </a:lnTo>
                  <a:lnTo>
                    <a:pt x="95379" y="939"/>
                  </a:lnTo>
                  <a:lnTo>
                    <a:pt x="109804" y="0"/>
                  </a:lnTo>
                  <a:lnTo>
                    <a:pt x="850315" y="0"/>
                  </a:lnTo>
                  <a:lnTo>
                    <a:pt x="892387" y="8352"/>
                  </a:lnTo>
                  <a:lnTo>
                    <a:pt x="927941" y="32223"/>
                  </a:lnTo>
                  <a:lnTo>
                    <a:pt x="951767" y="67882"/>
                  </a:lnTo>
                  <a:lnTo>
                    <a:pt x="960120" y="109804"/>
                  </a:lnTo>
                  <a:lnTo>
                    <a:pt x="959180" y="124227"/>
                  </a:lnTo>
                  <a:lnTo>
                    <a:pt x="956384" y="138282"/>
                  </a:lnTo>
                  <a:lnTo>
                    <a:pt x="937342" y="176747"/>
                  </a:lnTo>
                  <a:lnTo>
                    <a:pt x="905395" y="204838"/>
                  </a:lnTo>
                  <a:lnTo>
                    <a:pt x="864745" y="218656"/>
                  </a:lnTo>
                  <a:lnTo>
                    <a:pt x="850315" y="219595"/>
                  </a:lnTo>
                  <a:lnTo>
                    <a:pt x="109804" y="219595"/>
                  </a:lnTo>
                  <a:lnTo>
                    <a:pt x="67882" y="211242"/>
                  </a:lnTo>
                  <a:lnTo>
                    <a:pt x="32223" y="187428"/>
                  </a:lnTo>
                  <a:lnTo>
                    <a:pt x="8352" y="151868"/>
                  </a:lnTo>
                  <a:lnTo>
                    <a:pt x="939" y="124227"/>
                  </a:lnTo>
                  <a:lnTo>
                    <a:pt x="0" y="109804"/>
                  </a:lnTo>
                  <a:close/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7368120" y="2775140"/>
            <a:ext cx="31750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b="1" spc="4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COUNT</a:t>
            </a:r>
            <a:endParaRPr sz="6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070583" y="2720987"/>
            <a:ext cx="967105" cy="226695"/>
            <a:chOff x="8070583" y="2720987"/>
            <a:chExt cx="967105" cy="226695"/>
          </a:xfrm>
        </p:grpSpPr>
        <p:sp>
          <p:nvSpPr>
            <p:cNvPr id="46" name="object 46"/>
            <p:cNvSpPr/>
            <p:nvPr/>
          </p:nvSpPr>
          <p:spPr>
            <a:xfrm>
              <a:off x="8074075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850328" y="0"/>
                  </a:moveTo>
                  <a:lnTo>
                    <a:pt x="109804" y="0"/>
                  </a:lnTo>
                  <a:lnTo>
                    <a:pt x="95379" y="939"/>
                  </a:lnTo>
                  <a:lnTo>
                    <a:pt x="55079" y="14757"/>
                  </a:lnTo>
                  <a:lnTo>
                    <a:pt x="22788" y="43010"/>
                  </a:lnTo>
                  <a:lnTo>
                    <a:pt x="3736" y="81360"/>
                  </a:lnTo>
                  <a:lnTo>
                    <a:pt x="0" y="109804"/>
                  </a:lnTo>
                  <a:lnTo>
                    <a:pt x="939" y="124227"/>
                  </a:lnTo>
                  <a:lnTo>
                    <a:pt x="14770" y="164884"/>
                  </a:lnTo>
                  <a:lnTo>
                    <a:pt x="43011" y="196825"/>
                  </a:lnTo>
                  <a:lnTo>
                    <a:pt x="81360" y="215860"/>
                  </a:lnTo>
                  <a:lnTo>
                    <a:pt x="109804" y="219595"/>
                  </a:lnTo>
                  <a:lnTo>
                    <a:pt x="850328" y="219595"/>
                  </a:lnTo>
                  <a:lnTo>
                    <a:pt x="892237" y="211242"/>
                  </a:lnTo>
                  <a:lnTo>
                    <a:pt x="927906" y="187428"/>
                  </a:lnTo>
                  <a:lnTo>
                    <a:pt x="951767" y="151868"/>
                  </a:lnTo>
                  <a:lnTo>
                    <a:pt x="960120" y="109804"/>
                  </a:lnTo>
                  <a:lnTo>
                    <a:pt x="959180" y="95379"/>
                  </a:lnTo>
                  <a:lnTo>
                    <a:pt x="945362" y="55079"/>
                  </a:lnTo>
                  <a:lnTo>
                    <a:pt x="917116" y="22783"/>
                  </a:lnTo>
                  <a:lnTo>
                    <a:pt x="878760" y="3735"/>
                  </a:lnTo>
                  <a:lnTo>
                    <a:pt x="850328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074075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0" y="109804"/>
                  </a:moveTo>
                  <a:lnTo>
                    <a:pt x="939" y="95379"/>
                  </a:lnTo>
                  <a:lnTo>
                    <a:pt x="3736" y="81360"/>
                  </a:lnTo>
                  <a:lnTo>
                    <a:pt x="22788" y="43010"/>
                  </a:lnTo>
                  <a:lnTo>
                    <a:pt x="55079" y="14757"/>
                  </a:lnTo>
                  <a:lnTo>
                    <a:pt x="95379" y="939"/>
                  </a:lnTo>
                  <a:lnTo>
                    <a:pt x="109804" y="0"/>
                  </a:lnTo>
                  <a:lnTo>
                    <a:pt x="850328" y="0"/>
                  </a:lnTo>
                  <a:lnTo>
                    <a:pt x="892237" y="8352"/>
                  </a:lnTo>
                  <a:lnTo>
                    <a:pt x="927906" y="32223"/>
                  </a:lnTo>
                  <a:lnTo>
                    <a:pt x="951767" y="67882"/>
                  </a:lnTo>
                  <a:lnTo>
                    <a:pt x="960120" y="109804"/>
                  </a:lnTo>
                  <a:lnTo>
                    <a:pt x="959180" y="124227"/>
                  </a:lnTo>
                  <a:lnTo>
                    <a:pt x="956384" y="138282"/>
                  </a:lnTo>
                  <a:lnTo>
                    <a:pt x="937344" y="176747"/>
                  </a:lnTo>
                  <a:lnTo>
                    <a:pt x="905040" y="204838"/>
                  </a:lnTo>
                  <a:lnTo>
                    <a:pt x="864745" y="218656"/>
                  </a:lnTo>
                  <a:lnTo>
                    <a:pt x="850328" y="219595"/>
                  </a:lnTo>
                  <a:lnTo>
                    <a:pt x="109804" y="219595"/>
                  </a:lnTo>
                  <a:lnTo>
                    <a:pt x="67882" y="211242"/>
                  </a:lnTo>
                  <a:lnTo>
                    <a:pt x="32224" y="187428"/>
                  </a:lnTo>
                  <a:lnTo>
                    <a:pt x="8358" y="151868"/>
                  </a:lnTo>
                  <a:lnTo>
                    <a:pt x="939" y="124227"/>
                  </a:lnTo>
                  <a:lnTo>
                    <a:pt x="0" y="109804"/>
                  </a:lnTo>
                  <a:close/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8261642" y="2775140"/>
            <a:ext cx="59753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b="1" spc="4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ATTENDANCE</a:t>
            </a:r>
            <a:endParaRPr sz="6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103791" y="2720987"/>
            <a:ext cx="967105" cy="226695"/>
            <a:chOff x="9103791" y="2720987"/>
            <a:chExt cx="967105" cy="226695"/>
          </a:xfrm>
        </p:grpSpPr>
        <p:sp>
          <p:nvSpPr>
            <p:cNvPr id="50" name="object 50"/>
            <p:cNvSpPr/>
            <p:nvPr/>
          </p:nvSpPr>
          <p:spPr>
            <a:xfrm>
              <a:off x="9107284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850315" y="0"/>
                  </a:moveTo>
                  <a:lnTo>
                    <a:pt x="109791" y="0"/>
                  </a:lnTo>
                  <a:lnTo>
                    <a:pt x="95374" y="939"/>
                  </a:lnTo>
                  <a:lnTo>
                    <a:pt x="55079" y="14757"/>
                  </a:lnTo>
                  <a:lnTo>
                    <a:pt x="22775" y="43010"/>
                  </a:lnTo>
                  <a:lnTo>
                    <a:pt x="3735" y="81360"/>
                  </a:lnTo>
                  <a:lnTo>
                    <a:pt x="0" y="109804"/>
                  </a:lnTo>
                  <a:lnTo>
                    <a:pt x="939" y="124227"/>
                  </a:lnTo>
                  <a:lnTo>
                    <a:pt x="14757" y="164884"/>
                  </a:lnTo>
                  <a:lnTo>
                    <a:pt x="43003" y="196825"/>
                  </a:lnTo>
                  <a:lnTo>
                    <a:pt x="81359" y="215860"/>
                  </a:lnTo>
                  <a:lnTo>
                    <a:pt x="109791" y="219595"/>
                  </a:lnTo>
                  <a:lnTo>
                    <a:pt x="850315" y="219595"/>
                  </a:lnTo>
                  <a:lnTo>
                    <a:pt x="892237" y="211242"/>
                  </a:lnTo>
                  <a:lnTo>
                    <a:pt x="927895" y="187428"/>
                  </a:lnTo>
                  <a:lnTo>
                    <a:pt x="951761" y="151868"/>
                  </a:lnTo>
                  <a:lnTo>
                    <a:pt x="960119" y="109804"/>
                  </a:lnTo>
                  <a:lnTo>
                    <a:pt x="959180" y="95379"/>
                  </a:lnTo>
                  <a:lnTo>
                    <a:pt x="945349" y="55079"/>
                  </a:lnTo>
                  <a:lnTo>
                    <a:pt x="917108" y="22783"/>
                  </a:lnTo>
                  <a:lnTo>
                    <a:pt x="878759" y="3735"/>
                  </a:lnTo>
                  <a:lnTo>
                    <a:pt x="850315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9107284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0" y="109804"/>
                  </a:moveTo>
                  <a:lnTo>
                    <a:pt x="939" y="95379"/>
                  </a:lnTo>
                  <a:lnTo>
                    <a:pt x="3735" y="81360"/>
                  </a:lnTo>
                  <a:lnTo>
                    <a:pt x="22775" y="43010"/>
                  </a:lnTo>
                  <a:lnTo>
                    <a:pt x="55079" y="14757"/>
                  </a:lnTo>
                  <a:lnTo>
                    <a:pt x="95374" y="939"/>
                  </a:lnTo>
                  <a:lnTo>
                    <a:pt x="109791" y="0"/>
                  </a:lnTo>
                  <a:lnTo>
                    <a:pt x="850315" y="0"/>
                  </a:lnTo>
                  <a:lnTo>
                    <a:pt x="892237" y="8352"/>
                  </a:lnTo>
                  <a:lnTo>
                    <a:pt x="927895" y="32223"/>
                  </a:lnTo>
                  <a:lnTo>
                    <a:pt x="951761" y="67882"/>
                  </a:lnTo>
                  <a:lnTo>
                    <a:pt x="960119" y="109804"/>
                  </a:lnTo>
                  <a:lnTo>
                    <a:pt x="959180" y="124227"/>
                  </a:lnTo>
                  <a:lnTo>
                    <a:pt x="956383" y="138282"/>
                  </a:lnTo>
                  <a:lnTo>
                    <a:pt x="937331" y="176747"/>
                  </a:lnTo>
                  <a:lnTo>
                    <a:pt x="905040" y="204838"/>
                  </a:lnTo>
                  <a:lnTo>
                    <a:pt x="864740" y="218656"/>
                  </a:lnTo>
                  <a:lnTo>
                    <a:pt x="850315" y="219595"/>
                  </a:lnTo>
                  <a:lnTo>
                    <a:pt x="109791" y="219595"/>
                  </a:lnTo>
                  <a:lnTo>
                    <a:pt x="67882" y="211242"/>
                  </a:lnTo>
                  <a:lnTo>
                    <a:pt x="32213" y="187428"/>
                  </a:lnTo>
                  <a:lnTo>
                    <a:pt x="8352" y="151868"/>
                  </a:lnTo>
                  <a:lnTo>
                    <a:pt x="939" y="124227"/>
                  </a:lnTo>
                  <a:lnTo>
                    <a:pt x="0" y="109804"/>
                  </a:lnTo>
                  <a:close/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9419755" y="2775140"/>
            <a:ext cx="34734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b="1" spc="45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SALARY</a:t>
            </a:r>
            <a:endParaRPr sz="6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0137343" y="2720987"/>
            <a:ext cx="967105" cy="226695"/>
            <a:chOff x="10137343" y="2720987"/>
            <a:chExt cx="967105" cy="226695"/>
          </a:xfrm>
        </p:grpSpPr>
        <p:sp>
          <p:nvSpPr>
            <p:cNvPr id="54" name="object 54"/>
            <p:cNvSpPr/>
            <p:nvPr/>
          </p:nvSpPr>
          <p:spPr>
            <a:xfrm>
              <a:off x="10140835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850328" y="0"/>
                  </a:moveTo>
                  <a:lnTo>
                    <a:pt x="109804" y="0"/>
                  </a:lnTo>
                  <a:lnTo>
                    <a:pt x="95379" y="939"/>
                  </a:lnTo>
                  <a:lnTo>
                    <a:pt x="55079" y="14757"/>
                  </a:lnTo>
                  <a:lnTo>
                    <a:pt x="22788" y="43010"/>
                  </a:lnTo>
                  <a:lnTo>
                    <a:pt x="3736" y="81360"/>
                  </a:lnTo>
                  <a:lnTo>
                    <a:pt x="0" y="109804"/>
                  </a:lnTo>
                  <a:lnTo>
                    <a:pt x="939" y="124227"/>
                  </a:lnTo>
                  <a:lnTo>
                    <a:pt x="14770" y="164884"/>
                  </a:lnTo>
                  <a:lnTo>
                    <a:pt x="43011" y="196825"/>
                  </a:lnTo>
                  <a:lnTo>
                    <a:pt x="81360" y="215860"/>
                  </a:lnTo>
                  <a:lnTo>
                    <a:pt x="109804" y="219595"/>
                  </a:lnTo>
                  <a:lnTo>
                    <a:pt x="850328" y="219595"/>
                  </a:lnTo>
                  <a:lnTo>
                    <a:pt x="892392" y="211242"/>
                  </a:lnTo>
                  <a:lnTo>
                    <a:pt x="927952" y="187428"/>
                  </a:lnTo>
                  <a:lnTo>
                    <a:pt x="951767" y="151868"/>
                  </a:lnTo>
                  <a:lnTo>
                    <a:pt x="960120" y="109804"/>
                  </a:lnTo>
                  <a:lnTo>
                    <a:pt x="959180" y="95379"/>
                  </a:lnTo>
                  <a:lnTo>
                    <a:pt x="945362" y="55079"/>
                  </a:lnTo>
                  <a:lnTo>
                    <a:pt x="917271" y="22783"/>
                  </a:lnTo>
                  <a:lnTo>
                    <a:pt x="878806" y="3735"/>
                  </a:lnTo>
                  <a:lnTo>
                    <a:pt x="850328" y="0"/>
                  </a:lnTo>
                  <a:close/>
                </a:path>
              </a:pathLst>
            </a:custGeom>
            <a:solidFill>
              <a:srgbClr val="F8F4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0140835" y="2724480"/>
              <a:ext cx="960119" cy="219710"/>
            </a:xfrm>
            <a:custGeom>
              <a:avLst/>
              <a:gdLst/>
              <a:ahLst/>
              <a:cxnLst/>
              <a:rect l="l" t="t" r="r" b="b"/>
              <a:pathLst>
                <a:path w="960120" h="219710">
                  <a:moveTo>
                    <a:pt x="0" y="109804"/>
                  </a:moveTo>
                  <a:lnTo>
                    <a:pt x="939" y="95379"/>
                  </a:lnTo>
                  <a:lnTo>
                    <a:pt x="3736" y="81360"/>
                  </a:lnTo>
                  <a:lnTo>
                    <a:pt x="22788" y="43010"/>
                  </a:lnTo>
                  <a:lnTo>
                    <a:pt x="55079" y="14757"/>
                  </a:lnTo>
                  <a:lnTo>
                    <a:pt x="95379" y="939"/>
                  </a:lnTo>
                  <a:lnTo>
                    <a:pt x="109804" y="0"/>
                  </a:lnTo>
                  <a:lnTo>
                    <a:pt x="850328" y="0"/>
                  </a:lnTo>
                  <a:lnTo>
                    <a:pt x="892392" y="8352"/>
                  </a:lnTo>
                  <a:lnTo>
                    <a:pt x="927952" y="32223"/>
                  </a:lnTo>
                  <a:lnTo>
                    <a:pt x="951767" y="67882"/>
                  </a:lnTo>
                  <a:lnTo>
                    <a:pt x="960120" y="109804"/>
                  </a:lnTo>
                  <a:lnTo>
                    <a:pt x="959180" y="124227"/>
                  </a:lnTo>
                  <a:lnTo>
                    <a:pt x="956384" y="138282"/>
                  </a:lnTo>
                  <a:lnTo>
                    <a:pt x="937349" y="176747"/>
                  </a:lnTo>
                  <a:lnTo>
                    <a:pt x="905408" y="204838"/>
                  </a:lnTo>
                  <a:lnTo>
                    <a:pt x="864751" y="218656"/>
                  </a:lnTo>
                  <a:lnTo>
                    <a:pt x="850328" y="219595"/>
                  </a:lnTo>
                  <a:lnTo>
                    <a:pt x="109804" y="219595"/>
                  </a:lnTo>
                  <a:lnTo>
                    <a:pt x="67882" y="211242"/>
                  </a:lnTo>
                  <a:lnTo>
                    <a:pt x="32224" y="187428"/>
                  </a:lnTo>
                  <a:lnTo>
                    <a:pt x="8358" y="151868"/>
                  </a:lnTo>
                  <a:lnTo>
                    <a:pt x="939" y="124227"/>
                  </a:lnTo>
                  <a:lnTo>
                    <a:pt x="0" y="109804"/>
                  </a:lnTo>
                  <a:close/>
                </a:path>
              </a:pathLst>
            </a:custGeom>
            <a:ln w="6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10413365" y="2775140"/>
            <a:ext cx="42672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b="1" spc="40" dirty="0">
                <a:solidFill>
                  <a:srgbClr val="8A692F"/>
                </a:solidFill>
                <a:latin typeface="Segoe UI" panose="020B0502040204020203"/>
                <a:cs typeface="Segoe UI" panose="020B0502040204020203"/>
              </a:rPr>
              <a:t>PAYMENT</a:t>
            </a:r>
            <a:endParaRPr sz="6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769065" y="3416185"/>
            <a:ext cx="6829425" cy="1397635"/>
            <a:chOff x="4769065" y="3416185"/>
            <a:chExt cx="6829425" cy="1397635"/>
          </a:xfrm>
        </p:grpSpPr>
        <p:sp>
          <p:nvSpPr>
            <p:cNvPr id="58" name="object 58"/>
            <p:cNvSpPr/>
            <p:nvPr/>
          </p:nvSpPr>
          <p:spPr>
            <a:xfrm>
              <a:off x="4772875" y="3419995"/>
              <a:ext cx="6821805" cy="1390015"/>
            </a:xfrm>
            <a:custGeom>
              <a:avLst/>
              <a:gdLst/>
              <a:ahLst/>
              <a:cxnLst/>
              <a:rect l="l" t="t" r="r" b="b"/>
              <a:pathLst>
                <a:path w="6821805" h="1390014">
                  <a:moveTo>
                    <a:pt x="6798246" y="0"/>
                  </a:moveTo>
                  <a:lnTo>
                    <a:pt x="22682" y="0"/>
                  </a:lnTo>
                  <a:lnTo>
                    <a:pt x="18008" y="1079"/>
                  </a:lnTo>
                  <a:lnTo>
                    <a:pt x="0" y="22682"/>
                  </a:lnTo>
                  <a:lnTo>
                    <a:pt x="0" y="1367282"/>
                  </a:lnTo>
                  <a:lnTo>
                    <a:pt x="22682" y="1389964"/>
                  </a:lnTo>
                  <a:lnTo>
                    <a:pt x="6798602" y="1389608"/>
                  </a:lnTo>
                  <a:lnTo>
                    <a:pt x="6821284" y="1362240"/>
                  </a:lnTo>
                  <a:lnTo>
                    <a:pt x="6820929" y="27368"/>
                  </a:lnTo>
                  <a:lnTo>
                    <a:pt x="67982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772875" y="3419995"/>
              <a:ext cx="6821805" cy="1390015"/>
            </a:xfrm>
            <a:custGeom>
              <a:avLst/>
              <a:gdLst/>
              <a:ahLst/>
              <a:cxnLst/>
              <a:rect l="l" t="t" r="r" b="b"/>
              <a:pathLst>
                <a:path w="6821805" h="1390014">
                  <a:moveTo>
                    <a:pt x="0" y="27368"/>
                  </a:moveTo>
                  <a:lnTo>
                    <a:pt x="0" y="22682"/>
                  </a:lnTo>
                  <a:lnTo>
                    <a:pt x="1447" y="17640"/>
                  </a:lnTo>
                  <a:lnTo>
                    <a:pt x="22682" y="0"/>
                  </a:lnTo>
                  <a:lnTo>
                    <a:pt x="27368" y="0"/>
                  </a:lnTo>
                  <a:lnTo>
                    <a:pt x="6793560" y="0"/>
                  </a:lnTo>
                  <a:lnTo>
                    <a:pt x="6798246" y="0"/>
                  </a:lnTo>
                  <a:lnTo>
                    <a:pt x="6803288" y="1447"/>
                  </a:lnTo>
                  <a:lnTo>
                    <a:pt x="6820928" y="22682"/>
                  </a:lnTo>
                  <a:lnTo>
                    <a:pt x="6820928" y="27368"/>
                  </a:lnTo>
                  <a:lnTo>
                    <a:pt x="6821284" y="1362240"/>
                  </a:lnTo>
                  <a:lnTo>
                    <a:pt x="6821284" y="1366926"/>
                  </a:lnTo>
                  <a:lnTo>
                    <a:pt x="6819849" y="1371968"/>
                  </a:lnTo>
                  <a:lnTo>
                    <a:pt x="6798602" y="1389608"/>
                  </a:lnTo>
                  <a:lnTo>
                    <a:pt x="6793928" y="1389608"/>
                  </a:lnTo>
                  <a:lnTo>
                    <a:pt x="27368" y="1389964"/>
                  </a:lnTo>
                  <a:lnTo>
                    <a:pt x="22682" y="1389964"/>
                  </a:lnTo>
                  <a:lnTo>
                    <a:pt x="17640" y="1388529"/>
                  </a:lnTo>
                  <a:lnTo>
                    <a:pt x="0" y="1367282"/>
                  </a:lnTo>
                  <a:lnTo>
                    <a:pt x="0" y="1362608"/>
                  </a:lnTo>
                  <a:lnTo>
                    <a:pt x="0" y="27368"/>
                  </a:lnTo>
                  <a:close/>
                </a:path>
              </a:pathLst>
            </a:custGeom>
            <a:ln w="755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974475" y="3749039"/>
              <a:ext cx="6144895" cy="274320"/>
            </a:xfrm>
            <a:custGeom>
              <a:avLst/>
              <a:gdLst/>
              <a:ahLst/>
              <a:cxnLst/>
              <a:rect l="l" t="t" r="r" b="b"/>
              <a:pathLst>
                <a:path w="6144895" h="274320">
                  <a:moveTo>
                    <a:pt x="6144488" y="0"/>
                  </a:moveTo>
                  <a:lnTo>
                    <a:pt x="6144488" y="0"/>
                  </a:lnTo>
                  <a:lnTo>
                    <a:pt x="0" y="0"/>
                  </a:lnTo>
                  <a:lnTo>
                    <a:pt x="0" y="274320"/>
                  </a:lnTo>
                  <a:lnTo>
                    <a:pt x="6144488" y="274320"/>
                  </a:lnTo>
                  <a:lnTo>
                    <a:pt x="6144488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974475" y="4023359"/>
              <a:ext cx="6144895" cy="658495"/>
            </a:xfrm>
            <a:custGeom>
              <a:avLst/>
              <a:gdLst/>
              <a:ahLst/>
              <a:cxnLst/>
              <a:rect l="l" t="t" r="r" b="b"/>
              <a:pathLst>
                <a:path w="6144895" h="658495">
                  <a:moveTo>
                    <a:pt x="6144488" y="0"/>
                  </a:moveTo>
                  <a:lnTo>
                    <a:pt x="6144488" y="0"/>
                  </a:lnTo>
                  <a:lnTo>
                    <a:pt x="0" y="0"/>
                  </a:lnTo>
                  <a:lnTo>
                    <a:pt x="0" y="329044"/>
                  </a:lnTo>
                  <a:lnTo>
                    <a:pt x="0" y="658075"/>
                  </a:lnTo>
                  <a:lnTo>
                    <a:pt x="1325880" y="658075"/>
                  </a:lnTo>
                  <a:lnTo>
                    <a:pt x="2331720" y="658075"/>
                  </a:lnTo>
                  <a:lnTo>
                    <a:pt x="3264128" y="658075"/>
                  </a:lnTo>
                  <a:lnTo>
                    <a:pt x="4681448" y="658075"/>
                  </a:lnTo>
                  <a:lnTo>
                    <a:pt x="6144488" y="658075"/>
                  </a:lnTo>
                  <a:lnTo>
                    <a:pt x="6144488" y="329044"/>
                  </a:lnTo>
                  <a:lnTo>
                    <a:pt x="6144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4772875" y="3419995"/>
          <a:ext cx="6906895" cy="1389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5070"/>
                <a:gridCol w="1349375"/>
                <a:gridCol w="835659"/>
                <a:gridCol w="1087754"/>
                <a:gridCol w="2362200"/>
              </a:tblGrid>
              <a:tr h="603250"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M</a:t>
                      </a:r>
                      <a:r>
                        <a:rPr sz="750" b="1" spc="-7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O</a:t>
                      </a:r>
                      <a:r>
                        <a:rPr sz="750" b="1" spc="-7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N</a:t>
                      </a:r>
                      <a:r>
                        <a:rPr sz="750" b="1" spc="-7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T</a:t>
                      </a:r>
                      <a:r>
                        <a:rPr sz="750" b="1" spc="-7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H</a:t>
                      </a:r>
                      <a:r>
                        <a:rPr sz="750" b="1" spc="-7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LY</a:t>
                      </a:r>
                      <a:r>
                        <a:rPr sz="750" b="1" spc="28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AT</a:t>
                      </a:r>
                      <a:r>
                        <a:rPr sz="750" b="1" spc="-5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T</a:t>
                      </a:r>
                      <a:r>
                        <a:rPr sz="750" b="1" spc="-7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E</a:t>
                      </a:r>
                      <a:r>
                        <a:rPr sz="750" b="1" spc="-8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spc="-5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N</a:t>
                      </a:r>
                      <a:endParaRPr sz="750">
                        <a:latin typeface="Segoe UI" panose="020B0502040204020203"/>
                        <a:cs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</a:pPr>
                      <a:r>
                        <a:rPr sz="650" b="1" spc="4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STAFF</a:t>
                      </a:r>
                      <a:endParaRPr sz="6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0033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D</a:t>
                      </a:r>
                      <a:r>
                        <a:rPr sz="750" b="1" spc="-10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A</a:t>
                      </a:r>
                      <a:r>
                        <a:rPr sz="750" b="1" spc="-8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N</a:t>
                      </a:r>
                      <a:r>
                        <a:rPr sz="750" b="1" spc="-9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C</a:t>
                      </a:r>
                      <a:r>
                        <a:rPr sz="750" b="1" spc="-8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E</a:t>
                      </a:r>
                      <a:r>
                        <a:rPr sz="750" b="1" spc="18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·</a:t>
                      </a:r>
                      <a:r>
                        <a:rPr sz="750" b="1" spc="19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a</a:t>
                      </a:r>
                      <a:r>
                        <a:rPr sz="750" b="1" spc="-8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t</a:t>
                      </a:r>
                      <a:r>
                        <a:rPr sz="750" b="1" spc="-8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t</a:t>
                      </a:r>
                      <a:r>
                        <a:rPr sz="750" b="1" spc="-9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e</a:t>
                      </a:r>
                      <a:r>
                        <a:rPr sz="750" b="1" spc="-8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n</a:t>
                      </a:r>
                      <a:r>
                        <a:rPr sz="750" b="1" spc="-8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d</a:t>
                      </a:r>
                      <a:r>
                        <a:rPr sz="750" b="1" spc="-9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a</a:t>
                      </a:r>
                      <a:r>
                        <a:rPr sz="750" b="1" spc="-8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n</a:t>
                      </a:r>
                      <a:r>
                        <a:rPr sz="750" b="1" spc="-9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c</a:t>
                      </a:r>
                      <a:r>
                        <a:rPr sz="750" b="1" spc="-8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e</a:t>
                      </a:r>
                      <a:r>
                        <a:rPr sz="750" b="1" spc="-9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.</a:t>
                      </a:r>
                      <a:r>
                        <a:rPr sz="750" b="1" spc="-8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spc="-5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t</a:t>
                      </a:r>
                      <a:endParaRPr sz="750">
                        <a:latin typeface="Segoe UI" panose="020B0502040204020203"/>
                        <a:cs typeface="Segoe UI" panose="020B0502040204020203"/>
                      </a:endParaRPr>
                    </a:p>
                    <a:p>
                      <a:pPr marR="317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3095" marR="3175">
                        <a:lnSpc>
                          <a:spcPct val="100000"/>
                        </a:lnSpc>
                      </a:pPr>
                      <a:r>
                        <a:rPr sz="650" b="1" spc="6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PRESENT</a:t>
                      </a:r>
                      <a:endParaRPr sz="6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0033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75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x</a:t>
                      </a:r>
                      <a:r>
                        <a:rPr sz="750" b="1" spc="-9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75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t</a:t>
                      </a:r>
                      <a:endParaRPr sz="750">
                        <a:latin typeface="Segoe UI" panose="020B0502040204020203"/>
                        <a:cs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85750">
                        <a:lnSpc>
                          <a:spcPct val="100000"/>
                        </a:lnSpc>
                      </a:pPr>
                      <a:r>
                        <a:rPr sz="650" b="1" spc="6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ABSENT</a:t>
                      </a:r>
                      <a:endParaRPr sz="6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003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65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spc="5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SALARY</a:t>
                      </a:r>
                      <a:endParaRPr sz="6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060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spc="4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STATUS</a:t>
                      </a:r>
                      <a:endParaRPr sz="6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/>
                </a:tc>
              </a:tr>
              <a:tr h="320675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b="1" spc="-2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Ravi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 marR="434340" algn="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spc="-25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24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 marR="323850" algn="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spc="-5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2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₹12,000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 marL="608965" indent="-102870">
                        <a:lnSpc>
                          <a:spcPct val="100000"/>
                        </a:lnSpc>
                        <a:spcBef>
                          <a:spcPts val="710"/>
                        </a:spcBef>
                        <a:buChar char="●"/>
                        <a:tabLst>
                          <a:tab pos="608965" algn="l"/>
                        </a:tabLst>
                      </a:pPr>
                      <a:r>
                        <a:rPr sz="900" spc="-20" dirty="0">
                          <a:solidFill>
                            <a:srgbClr val="3E7C62"/>
                          </a:solidFill>
                          <a:latin typeface="Segoe UI" panose="020B0502040204020203"/>
                          <a:cs typeface="Segoe UI" panose="020B0502040204020203"/>
                        </a:rPr>
                        <a:t>Paid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0170" marB="0"/>
                </a:tc>
              </a:tr>
              <a:tr h="465455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900" b="1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Priya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R="434340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900" spc="-25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26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R="323850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900" spc="-5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0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900" spc="-10" dirty="0">
                          <a:solidFill>
                            <a:srgbClr val="152436"/>
                          </a:solidFill>
                          <a:latin typeface="Segoe UI" panose="020B0502040204020203"/>
                          <a:cs typeface="Segoe UI" panose="020B0502040204020203"/>
                        </a:rPr>
                        <a:t>₹13,000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L="608965" indent="-102870">
                        <a:lnSpc>
                          <a:spcPct val="100000"/>
                        </a:lnSpc>
                        <a:spcBef>
                          <a:spcPts val="775"/>
                        </a:spcBef>
                        <a:buChar char="●"/>
                        <a:tabLst>
                          <a:tab pos="608965" algn="l"/>
                        </a:tabLst>
                      </a:pPr>
                      <a:r>
                        <a:rPr sz="900" spc="-10" dirty="0">
                          <a:solidFill>
                            <a:srgbClr val="8A692F"/>
                          </a:solidFill>
                          <a:latin typeface="Segoe UI" panose="020B0502040204020203"/>
                          <a:cs typeface="Segoe UI" panose="020B0502040204020203"/>
                        </a:rPr>
                        <a:t>Pending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98425" marB="0"/>
                </a:tc>
              </a:tr>
            </a:tbl>
          </a:graphicData>
        </a:graphic>
      </p:graphicFrame>
      <p:sp>
        <p:nvSpPr>
          <p:cNvPr id="63" name="object 63"/>
          <p:cNvSpPr/>
          <p:nvPr/>
        </p:nvSpPr>
        <p:spPr>
          <a:xfrm>
            <a:off x="4974475" y="4681435"/>
            <a:ext cx="6144895" cy="0"/>
          </a:xfrm>
          <a:custGeom>
            <a:avLst/>
            <a:gdLst/>
            <a:ahLst/>
            <a:cxnLst/>
            <a:rect l="l" t="t" r="r" b="b"/>
            <a:pathLst>
              <a:path w="6144895">
                <a:moveTo>
                  <a:pt x="0" y="0"/>
                </a:moveTo>
                <a:lnTo>
                  <a:pt x="6144488" y="0"/>
                </a:lnTo>
              </a:path>
            </a:pathLst>
          </a:custGeom>
          <a:ln w="5716">
            <a:solidFill>
              <a:srgbClr val="E4DA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837615" y="5016144"/>
            <a:ext cx="11817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3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2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2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2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-2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36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700" b="1" spc="36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6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85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700" b="1" spc="-2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3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3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-2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E4C88E"/>
                </a:solidFill>
                <a:latin typeface="Segoe UI" panose="020B0502040204020203"/>
                <a:cs typeface="Segoe UI" panose="020B0502040204020203"/>
              </a:rPr>
              <a:t>L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7260" y="5208226"/>
            <a:ext cx="327025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0"/>
              </a:spcBef>
            </a:pPr>
            <a:r>
              <a:rPr sz="13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Great</a:t>
            </a:r>
            <a:r>
              <a:rPr sz="1350" spc="-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service</a:t>
            </a:r>
            <a:r>
              <a:rPr sz="1350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starts</a:t>
            </a:r>
            <a:r>
              <a:rPr sz="1350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with</a:t>
            </a:r>
            <a:r>
              <a:rPr sz="1350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sz="1350" spc="-3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team</a:t>
            </a:r>
            <a:r>
              <a:rPr sz="1350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that</a:t>
            </a:r>
            <a:r>
              <a:rPr sz="1350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is</a:t>
            </a:r>
            <a:r>
              <a:rPr sz="1350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spc="-2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paid </a:t>
            </a:r>
            <a:r>
              <a:rPr sz="1350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right.</a:t>
            </a:r>
            <a:endParaRPr sz="135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769065" y="4970310"/>
            <a:ext cx="6829425" cy="1050290"/>
            <a:chOff x="4769065" y="4970310"/>
            <a:chExt cx="6829425" cy="1050290"/>
          </a:xfrm>
        </p:grpSpPr>
        <p:sp>
          <p:nvSpPr>
            <p:cNvPr id="65" name="object 65"/>
            <p:cNvSpPr/>
            <p:nvPr/>
          </p:nvSpPr>
          <p:spPr>
            <a:xfrm>
              <a:off x="4772875" y="4974120"/>
              <a:ext cx="6821805" cy="1042669"/>
            </a:xfrm>
            <a:custGeom>
              <a:avLst/>
              <a:gdLst/>
              <a:ahLst/>
              <a:cxnLst/>
              <a:rect l="l" t="t" r="r" b="b"/>
              <a:pathLst>
                <a:path w="6821805" h="1042670">
                  <a:moveTo>
                    <a:pt x="6798246" y="0"/>
                  </a:moveTo>
                  <a:lnTo>
                    <a:pt x="22682" y="0"/>
                  </a:lnTo>
                  <a:lnTo>
                    <a:pt x="18008" y="1079"/>
                  </a:lnTo>
                  <a:lnTo>
                    <a:pt x="0" y="22682"/>
                  </a:lnTo>
                  <a:lnTo>
                    <a:pt x="0" y="1019886"/>
                  </a:lnTo>
                  <a:lnTo>
                    <a:pt x="22682" y="1042555"/>
                  </a:lnTo>
                  <a:lnTo>
                    <a:pt x="6798602" y="1042200"/>
                  </a:lnTo>
                  <a:lnTo>
                    <a:pt x="6821284" y="1014844"/>
                  </a:lnTo>
                  <a:lnTo>
                    <a:pt x="6820930" y="27355"/>
                  </a:lnTo>
                  <a:lnTo>
                    <a:pt x="6820928" y="22682"/>
                  </a:lnTo>
                  <a:lnTo>
                    <a:pt x="6803288" y="1435"/>
                  </a:lnTo>
                  <a:lnTo>
                    <a:pt x="6798246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772875" y="4974120"/>
              <a:ext cx="6821805" cy="1042669"/>
            </a:xfrm>
            <a:custGeom>
              <a:avLst/>
              <a:gdLst/>
              <a:ahLst/>
              <a:cxnLst/>
              <a:rect l="l" t="t" r="r" b="b"/>
              <a:pathLst>
                <a:path w="6821805" h="1042670">
                  <a:moveTo>
                    <a:pt x="0" y="27355"/>
                  </a:moveTo>
                  <a:lnTo>
                    <a:pt x="0" y="22682"/>
                  </a:lnTo>
                  <a:lnTo>
                    <a:pt x="1447" y="17640"/>
                  </a:lnTo>
                  <a:lnTo>
                    <a:pt x="22682" y="0"/>
                  </a:lnTo>
                  <a:lnTo>
                    <a:pt x="27368" y="0"/>
                  </a:lnTo>
                  <a:lnTo>
                    <a:pt x="6793560" y="0"/>
                  </a:lnTo>
                  <a:lnTo>
                    <a:pt x="6798246" y="0"/>
                  </a:lnTo>
                  <a:lnTo>
                    <a:pt x="6803288" y="1435"/>
                  </a:lnTo>
                  <a:lnTo>
                    <a:pt x="6820928" y="22682"/>
                  </a:lnTo>
                  <a:lnTo>
                    <a:pt x="6820928" y="27355"/>
                  </a:lnTo>
                  <a:lnTo>
                    <a:pt x="6821284" y="1014844"/>
                  </a:lnTo>
                  <a:lnTo>
                    <a:pt x="6821284" y="1019517"/>
                  </a:lnTo>
                  <a:lnTo>
                    <a:pt x="6819849" y="1024559"/>
                  </a:lnTo>
                  <a:lnTo>
                    <a:pt x="6798602" y="1042200"/>
                  </a:lnTo>
                  <a:lnTo>
                    <a:pt x="6793928" y="1042200"/>
                  </a:lnTo>
                  <a:lnTo>
                    <a:pt x="27368" y="1042555"/>
                  </a:lnTo>
                  <a:lnTo>
                    <a:pt x="22682" y="1042555"/>
                  </a:lnTo>
                  <a:lnTo>
                    <a:pt x="17640" y="1041120"/>
                  </a:lnTo>
                  <a:lnTo>
                    <a:pt x="0" y="1019886"/>
                  </a:lnTo>
                  <a:lnTo>
                    <a:pt x="0" y="1015199"/>
                  </a:lnTo>
                  <a:lnTo>
                    <a:pt x="0" y="27355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5028844" y="5024220"/>
            <a:ext cx="1668780" cy="43624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0"/>
              </a:spcBef>
            </a:pP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6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65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65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6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650" b="1" spc="3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6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65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65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65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65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65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endParaRPr sz="650">
              <a:latin typeface="Segoe UI" panose="020B0502040204020203"/>
              <a:cs typeface="Segoe UI" panose="020B0502040204020203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r>
              <a:rPr sz="105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Present</a:t>
            </a:r>
            <a:r>
              <a:rPr sz="1050" b="1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days</a:t>
            </a:r>
            <a:r>
              <a:rPr sz="1050" b="1" spc="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×</a:t>
            </a:r>
            <a:r>
              <a:rPr sz="1050" b="1" spc="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daily</a:t>
            </a:r>
            <a:r>
              <a:rPr sz="1050" b="1" spc="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050" b="1" spc="-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wage</a:t>
            </a:r>
            <a:endParaRPr sz="10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227883" y="5126659"/>
            <a:ext cx="209423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550" b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24</a:t>
            </a:r>
            <a:r>
              <a:rPr sz="1550" b="1" spc="-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×</a:t>
            </a:r>
            <a:r>
              <a:rPr sz="1550" b="1" spc="-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₹500</a:t>
            </a:r>
            <a:r>
              <a:rPr sz="1550" b="1" spc="-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1550" b="1" spc="-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b="1" spc="-1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₹12,000</a:t>
            </a:r>
            <a:endParaRPr sz="15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028844" y="5674575"/>
            <a:ext cx="372173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Payment</a:t>
            </a:r>
            <a:r>
              <a:rPr sz="70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status</a:t>
            </a:r>
            <a:r>
              <a:rPr sz="700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recorded</a:t>
            </a:r>
            <a:r>
              <a:rPr sz="7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in</a:t>
            </a:r>
            <a:r>
              <a:rPr sz="70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payments.txt</a:t>
            </a:r>
            <a:r>
              <a:rPr sz="700" spc="24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spc="2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salary</a:t>
            </a:r>
            <a:r>
              <a:rPr sz="7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700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payment</a:t>
            </a:r>
            <a:r>
              <a:rPr sz="700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functions</a:t>
            </a:r>
            <a:r>
              <a:rPr sz="70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update</a:t>
            </a:r>
            <a:r>
              <a:rPr sz="7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70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record.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81304" y="6121704"/>
            <a:ext cx="437578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ATTENDANCE</a:t>
            </a:r>
            <a:r>
              <a:rPr sz="750" spc="3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50" spc="37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Staff</a:t>
            </a:r>
            <a:r>
              <a:rPr sz="750" spc="1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ID</a:t>
            </a:r>
            <a:r>
              <a:rPr sz="750" spc="9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750" spc="1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date</a:t>
            </a:r>
            <a:r>
              <a:rPr sz="750" spc="9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(YYYY-MM-DD)</a:t>
            </a:r>
            <a:r>
              <a:rPr sz="750" spc="9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+</a:t>
            </a:r>
            <a:r>
              <a:rPr sz="750" spc="1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present/absent;</a:t>
            </a:r>
            <a:r>
              <a:rPr sz="750" spc="9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duplicate</a:t>
            </a:r>
            <a:r>
              <a:rPr sz="750" spc="9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entries</a:t>
            </a:r>
            <a:r>
              <a:rPr sz="750" spc="95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are</a:t>
            </a:r>
            <a:r>
              <a:rPr sz="750" spc="10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8B99A6"/>
                </a:solidFill>
                <a:latin typeface="Segoe UI" panose="020B0502040204020203"/>
                <a:cs typeface="Segoe UI" panose="020B0502040204020203"/>
              </a:rPr>
              <a:t>rejected.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D9CC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H</a:t>
            </a:r>
            <a:r>
              <a:rPr spc="-5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S</a:t>
            </a:r>
            <a:r>
              <a:rPr spc="320" dirty="0"/>
              <a:t> </a:t>
            </a:r>
            <a:r>
              <a:rPr dirty="0"/>
              <a:t>·</a:t>
            </a:r>
            <a:r>
              <a:rPr spc="325" dirty="0"/>
              <a:t> </a:t>
            </a:r>
            <a:r>
              <a:rPr dirty="0"/>
              <a:t>H</a:t>
            </a:r>
            <a:r>
              <a:rPr spc="-4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L</a:t>
            </a:r>
            <a:r>
              <a:rPr spc="32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T</a:t>
            </a:r>
            <a:r>
              <a:rPr spc="32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Y</a:t>
            </a:r>
            <a:r>
              <a:rPr spc="-5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spc="-50" dirty="0"/>
              <a:t>M</a:t>
            </a:r>
            <a:endParaRPr spc="-50" dirty="0"/>
          </a:p>
        </p:txBody>
      </p:sp>
      <p:sp>
        <p:nvSpPr>
          <p:cNvPr id="74" name="object 7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C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+</a:t>
            </a:r>
            <a:r>
              <a:rPr spc="320" dirty="0"/>
              <a:t> </a:t>
            </a:r>
            <a:r>
              <a:rPr dirty="0"/>
              <a:t>C</a:t>
            </a:r>
            <a:r>
              <a:rPr spc="-50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N</a:t>
            </a:r>
            <a:r>
              <a:rPr spc="-40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3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C</a:t>
            </a:r>
            <a:r>
              <a:rPr spc="-45" dirty="0"/>
              <a:t> </a:t>
            </a:r>
            <a:r>
              <a:rPr spc="60" dirty="0"/>
              <a:t>AT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N</a:t>
            </a:r>
            <a:endParaRPr spc="-50" dirty="0"/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/>
            </a:fld>
            <a:r>
              <a:rPr spc="190" dirty="0"/>
              <a:t> </a:t>
            </a:r>
            <a:r>
              <a:rPr dirty="0"/>
              <a:t>/</a:t>
            </a:r>
            <a:r>
              <a:rPr spc="190" dirty="0"/>
              <a:t> </a:t>
            </a:r>
            <a:r>
              <a:rPr spc="-10" dirty="0"/>
              <a:t>1</a:t>
            </a:r>
            <a:r>
              <a:rPr spc="-125" dirty="0"/>
              <a:t> </a:t>
            </a:r>
            <a:r>
              <a:rPr spc="-50" dirty="0"/>
              <a:t>5</a:t>
            </a:r>
            <a:endParaRPr spc="-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1304" y="353415"/>
            <a:ext cx="146177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b="1" spc="48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G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0058044" y="0"/>
            <a:ext cx="2133600" cy="2547620"/>
          </a:xfrm>
          <a:custGeom>
            <a:avLst/>
            <a:gdLst/>
            <a:ahLst/>
            <a:cxnLst/>
            <a:rect l="l" t="t" r="r" b="b"/>
            <a:pathLst>
              <a:path w="2133600" h="2547620">
                <a:moveTo>
                  <a:pt x="2133358" y="2547355"/>
                </a:moveTo>
                <a:lnTo>
                  <a:pt x="2078839" y="2541139"/>
                </a:lnTo>
                <a:lnTo>
                  <a:pt x="2029556" y="2534375"/>
                </a:lnTo>
                <a:lnTo>
                  <a:pt x="1980453" y="2526586"/>
                </a:lnTo>
                <a:lnTo>
                  <a:pt x="1931546" y="2517776"/>
                </a:lnTo>
                <a:lnTo>
                  <a:pt x="1882852" y="2507950"/>
                </a:lnTo>
                <a:lnTo>
                  <a:pt x="1834385" y="2497110"/>
                </a:lnTo>
                <a:lnTo>
                  <a:pt x="1786163" y="2485262"/>
                </a:lnTo>
                <a:lnTo>
                  <a:pt x="1738201" y="2472410"/>
                </a:lnTo>
                <a:lnTo>
                  <a:pt x="1690514" y="2458558"/>
                </a:lnTo>
                <a:lnTo>
                  <a:pt x="1643120" y="2443710"/>
                </a:lnTo>
                <a:lnTo>
                  <a:pt x="1596033" y="2427870"/>
                </a:lnTo>
                <a:lnTo>
                  <a:pt x="1549269" y="2411042"/>
                </a:lnTo>
                <a:lnTo>
                  <a:pt x="1502845" y="2393230"/>
                </a:lnTo>
                <a:lnTo>
                  <a:pt x="1456777" y="2374440"/>
                </a:lnTo>
                <a:lnTo>
                  <a:pt x="1411080" y="2354673"/>
                </a:lnTo>
                <a:lnTo>
                  <a:pt x="1365770" y="2333936"/>
                </a:lnTo>
                <a:lnTo>
                  <a:pt x="1320863" y="2312232"/>
                </a:lnTo>
                <a:lnTo>
                  <a:pt x="1276375" y="2289565"/>
                </a:lnTo>
                <a:lnTo>
                  <a:pt x="1232322" y="2265939"/>
                </a:lnTo>
                <a:lnTo>
                  <a:pt x="1188720" y="2241359"/>
                </a:lnTo>
                <a:lnTo>
                  <a:pt x="1145642" y="2215907"/>
                </a:lnTo>
                <a:lnTo>
                  <a:pt x="1103164" y="2189585"/>
                </a:lnTo>
                <a:lnTo>
                  <a:pt x="1061297" y="2162406"/>
                </a:lnTo>
                <a:lnTo>
                  <a:pt x="1020053" y="2134381"/>
                </a:lnTo>
                <a:lnTo>
                  <a:pt x="979443" y="2105521"/>
                </a:lnTo>
                <a:lnTo>
                  <a:pt x="939480" y="2075839"/>
                </a:lnTo>
                <a:lnTo>
                  <a:pt x="900174" y="2045347"/>
                </a:lnTo>
                <a:lnTo>
                  <a:pt x="861539" y="2014055"/>
                </a:lnTo>
                <a:lnTo>
                  <a:pt x="823585" y="1981976"/>
                </a:lnTo>
                <a:lnTo>
                  <a:pt x="786324" y="1949122"/>
                </a:lnTo>
                <a:lnTo>
                  <a:pt x="749768" y="1915504"/>
                </a:lnTo>
                <a:lnTo>
                  <a:pt x="713929" y="1881134"/>
                </a:lnTo>
                <a:lnTo>
                  <a:pt x="678818" y="1846024"/>
                </a:lnTo>
                <a:lnTo>
                  <a:pt x="644448" y="1810185"/>
                </a:lnTo>
                <a:lnTo>
                  <a:pt x="610830" y="1773630"/>
                </a:lnTo>
                <a:lnTo>
                  <a:pt x="577975" y="1736369"/>
                </a:lnTo>
                <a:lnTo>
                  <a:pt x="545896" y="1698416"/>
                </a:lnTo>
                <a:lnTo>
                  <a:pt x="514604" y="1659781"/>
                </a:lnTo>
                <a:lnTo>
                  <a:pt x="484112" y="1620476"/>
                </a:lnTo>
                <a:lnTo>
                  <a:pt x="454429" y="1580514"/>
                </a:lnTo>
                <a:lnTo>
                  <a:pt x="425570" y="1539905"/>
                </a:lnTo>
                <a:lnTo>
                  <a:pt x="397545" y="1498662"/>
                </a:lnTo>
                <a:lnTo>
                  <a:pt x="370365" y="1456796"/>
                </a:lnTo>
                <a:lnTo>
                  <a:pt x="344044" y="1414320"/>
                </a:lnTo>
                <a:lnTo>
                  <a:pt x="318592" y="1371244"/>
                </a:lnTo>
                <a:lnTo>
                  <a:pt x="294012" y="1327640"/>
                </a:lnTo>
                <a:lnTo>
                  <a:pt x="270386" y="1283586"/>
                </a:lnTo>
                <a:lnTo>
                  <a:pt x="247719" y="1239097"/>
                </a:lnTo>
                <a:lnTo>
                  <a:pt x="226015" y="1194189"/>
                </a:lnTo>
                <a:lnTo>
                  <a:pt x="205279" y="1148878"/>
                </a:lnTo>
                <a:lnTo>
                  <a:pt x="185513" y="1103180"/>
                </a:lnTo>
                <a:lnTo>
                  <a:pt x="166723" y="1057110"/>
                </a:lnTo>
                <a:lnTo>
                  <a:pt x="148912" y="1010686"/>
                </a:lnTo>
                <a:lnTo>
                  <a:pt x="132085" y="963922"/>
                </a:lnTo>
                <a:lnTo>
                  <a:pt x="116245" y="916835"/>
                </a:lnTo>
                <a:lnTo>
                  <a:pt x="101398" y="869440"/>
                </a:lnTo>
                <a:lnTo>
                  <a:pt x="87546" y="821753"/>
                </a:lnTo>
                <a:lnTo>
                  <a:pt x="74695" y="773791"/>
                </a:lnTo>
                <a:lnTo>
                  <a:pt x="62848" y="725569"/>
                </a:lnTo>
                <a:lnTo>
                  <a:pt x="52009" y="677103"/>
                </a:lnTo>
                <a:lnTo>
                  <a:pt x="42183" y="628409"/>
                </a:lnTo>
                <a:lnTo>
                  <a:pt x="33374" y="579502"/>
                </a:lnTo>
                <a:lnTo>
                  <a:pt x="25586" y="530400"/>
                </a:lnTo>
                <a:lnTo>
                  <a:pt x="18822" y="481117"/>
                </a:lnTo>
                <a:lnTo>
                  <a:pt x="13088" y="431670"/>
                </a:lnTo>
                <a:lnTo>
                  <a:pt x="8387" y="382074"/>
                </a:lnTo>
                <a:lnTo>
                  <a:pt x="4724" y="332346"/>
                </a:lnTo>
                <a:lnTo>
                  <a:pt x="2102" y="282501"/>
                </a:lnTo>
                <a:lnTo>
                  <a:pt x="526" y="232555"/>
                </a:lnTo>
                <a:lnTo>
                  <a:pt x="0" y="182524"/>
                </a:lnTo>
                <a:lnTo>
                  <a:pt x="526" y="132492"/>
                </a:lnTo>
                <a:lnTo>
                  <a:pt x="2102" y="82544"/>
                </a:lnTo>
                <a:lnTo>
                  <a:pt x="4724" y="32698"/>
                </a:lnTo>
                <a:lnTo>
                  <a:pt x="7133" y="0"/>
                </a:lnTo>
              </a:path>
            </a:pathLst>
          </a:custGeom>
          <a:ln w="6479">
            <a:solidFill>
              <a:srgbClr val="C5A0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C++</a:t>
            </a:r>
            <a:r>
              <a:rPr spc="-65" dirty="0"/>
              <a:t> </a:t>
            </a:r>
            <a:r>
              <a:rPr dirty="0"/>
              <a:t>fundamentals,</a:t>
            </a:r>
            <a:r>
              <a:rPr spc="-65" dirty="0"/>
              <a:t> </a:t>
            </a:r>
            <a:r>
              <a:rPr dirty="0"/>
              <a:t>applied</a:t>
            </a:r>
            <a:r>
              <a:rPr spc="-5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10" dirty="0"/>
              <a:t>real-</a:t>
            </a:r>
            <a:r>
              <a:rPr dirty="0"/>
              <a:t>world</a:t>
            </a:r>
            <a:r>
              <a:rPr spc="-60" dirty="0"/>
              <a:t> </a:t>
            </a:r>
            <a:r>
              <a:rPr spc="-10" dirty="0"/>
              <a:t>rigor.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581304" y="1240459"/>
            <a:ext cx="7433945" cy="205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project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turns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classroom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concepts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into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working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system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—</a:t>
            </a:r>
            <a:r>
              <a:rPr sz="1150" spc="8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with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validation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file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persistence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at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every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step.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9597" y="1641157"/>
            <a:ext cx="11010265" cy="1288415"/>
            <a:chOff x="589597" y="1641157"/>
            <a:chExt cx="11010265" cy="1288415"/>
          </a:xfrm>
        </p:grpSpPr>
        <p:sp>
          <p:nvSpPr>
            <p:cNvPr id="7" name="object 7"/>
            <p:cNvSpPr/>
            <p:nvPr/>
          </p:nvSpPr>
          <p:spPr>
            <a:xfrm>
              <a:off x="594359" y="1645920"/>
              <a:ext cx="11000740" cy="0"/>
            </a:xfrm>
            <a:custGeom>
              <a:avLst/>
              <a:gdLst/>
              <a:ahLst/>
              <a:cxnLst/>
              <a:rect l="l" t="t" r="r" b="b"/>
              <a:pathLst>
                <a:path w="11000740">
                  <a:moveTo>
                    <a:pt x="0" y="0"/>
                  </a:moveTo>
                  <a:lnTo>
                    <a:pt x="11000155" y="0"/>
                  </a:lnTo>
                </a:path>
              </a:pathLst>
            </a:custGeom>
            <a:ln w="935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94359" y="2030044"/>
              <a:ext cx="2085339" cy="896619"/>
            </a:xfrm>
            <a:custGeom>
              <a:avLst/>
              <a:gdLst/>
              <a:ahLst/>
              <a:cxnLst/>
              <a:rect l="l" t="t" r="r" b="b"/>
              <a:pathLst>
                <a:path w="2085339" h="896619">
                  <a:moveTo>
                    <a:pt x="2061717" y="0"/>
                  </a:moveTo>
                  <a:lnTo>
                    <a:pt x="22682" y="0"/>
                  </a:lnTo>
                  <a:lnTo>
                    <a:pt x="17995" y="1079"/>
                  </a:lnTo>
                  <a:lnTo>
                    <a:pt x="0" y="22669"/>
                  </a:lnTo>
                  <a:lnTo>
                    <a:pt x="0" y="873353"/>
                  </a:lnTo>
                  <a:lnTo>
                    <a:pt x="22682" y="896035"/>
                  </a:lnTo>
                  <a:lnTo>
                    <a:pt x="2062086" y="895680"/>
                  </a:lnTo>
                  <a:lnTo>
                    <a:pt x="2084755" y="868311"/>
                  </a:lnTo>
                  <a:lnTo>
                    <a:pt x="2084402" y="27355"/>
                  </a:lnTo>
                  <a:lnTo>
                    <a:pt x="2061717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94359" y="2030044"/>
              <a:ext cx="2085339" cy="896619"/>
            </a:xfrm>
            <a:custGeom>
              <a:avLst/>
              <a:gdLst/>
              <a:ahLst/>
              <a:cxnLst/>
              <a:rect l="l" t="t" r="r" b="b"/>
              <a:pathLst>
                <a:path w="2085339" h="896619">
                  <a:moveTo>
                    <a:pt x="0" y="27355"/>
                  </a:moveTo>
                  <a:lnTo>
                    <a:pt x="0" y="22669"/>
                  </a:lnTo>
                  <a:lnTo>
                    <a:pt x="1435" y="17640"/>
                  </a:lnTo>
                  <a:lnTo>
                    <a:pt x="22682" y="0"/>
                  </a:lnTo>
                  <a:lnTo>
                    <a:pt x="27355" y="0"/>
                  </a:lnTo>
                  <a:lnTo>
                    <a:pt x="2057044" y="0"/>
                  </a:lnTo>
                  <a:lnTo>
                    <a:pt x="2061717" y="0"/>
                  </a:lnTo>
                  <a:lnTo>
                    <a:pt x="2066759" y="1435"/>
                  </a:lnTo>
                  <a:lnTo>
                    <a:pt x="2084400" y="22669"/>
                  </a:lnTo>
                  <a:lnTo>
                    <a:pt x="2084400" y="27355"/>
                  </a:lnTo>
                  <a:lnTo>
                    <a:pt x="2084755" y="868311"/>
                  </a:lnTo>
                  <a:lnTo>
                    <a:pt x="2084755" y="872998"/>
                  </a:lnTo>
                  <a:lnTo>
                    <a:pt x="2083320" y="878039"/>
                  </a:lnTo>
                  <a:lnTo>
                    <a:pt x="2062086" y="895680"/>
                  </a:lnTo>
                  <a:lnTo>
                    <a:pt x="2057400" y="895680"/>
                  </a:lnTo>
                  <a:lnTo>
                    <a:pt x="27355" y="896035"/>
                  </a:lnTo>
                  <a:lnTo>
                    <a:pt x="22682" y="896035"/>
                  </a:lnTo>
                  <a:lnTo>
                    <a:pt x="17640" y="894600"/>
                  </a:lnTo>
                  <a:lnTo>
                    <a:pt x="0" y="873353"/>
                  </a:lnTo>
                  <a:lnTo>
                    <a:pt x="0" y="868679"/>
                  </a:lnTo>
                  <a:lnTo>
                    <a:pt x="0" y="27355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lock icon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40524" y="2175840"/>
              <a:ext cx="164160" cy="16416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81304" y="1779028"/>
            <a:ext cx="108712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3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3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80660" y="1779028"/>
            <a:ext cx="170815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2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b="1" spc="2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X</a:t>
            </a:r>
            <a:r>
              <a:rPr sz="7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3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4135" y="2144775"/>
            <a:ext cx="871219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Encapsulation</a:t>
            </a:r>
            <a:endParaRPr sz="10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7824" y="2486063"/>
            <a:ext cx="141351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Data</a:t>
            </a:r>
            <a:r>
              <a:rPr sz="750" spc="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750" spc="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behavior</a:t>
            </a:r>
            <a:r>
              <a:rPr sz="7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stay</a:t>
            </a:r>
            <a:r>
              <a:rPr sz="750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together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13035" y="2026804"/>
            <a:ext cx="2091689" cy="902969"/>
            <a:chOff x="2813035" y="2026804"/>
            <a:chExt cx="2091689" cy="902969"/>
          </a:xfrm>
        </p:grpSpPr>
        <p:sp>
          <p:nvSpPr>
            <p:cNvPr id="15" name="object 15"/>
            <p:cNvSpPr/>
            <p:nvPr/>
          </p:nvSpPr>
          <p:spPr>
            <a:xfrm>
              <a:off x="2816275" y="2030044"/>
              <a:ext cx="2085339" cy="896619"/>
            </a:xfrm>
            <a:custGeom>
              <a:avLst/>
              <a:gdLst/>
              <a:ahLst/>
              <a:cxnLst/>
              <a:rect l="l" t="t" r="r" b="b"/>
              <a:pathLst>
                <a:path w="2085339" h="896619">
                  <a:moveTo>
                    <a:pt x="2061718" y="0"/>
                  </a:moveTo>
                  <a:lnTo>
                    <a:pt x="22682" y="0"/>
                  </a:lnTo>
                  <a:lnTo>
                    <a:pt x="18008" y="1079"/>
                  </a:lnTo>
                  <a:lnTo>
                    <a:pt x="0" y="22669"/>
                  </a:lnTo>
                  <a:lnTo>
                    <a:pt x="0" y="873353"/>
                  </a:lnTo>
                  <a:lnTo>
                    <a:pt x="22682" y="896035"/>
                  </a:lnTo>
                  <a:lnTo>
                    <a:pt x="2062086" y="895680"/>
                  </a:lnTo>
                  <a:lnTo>
                    <a:pt x="2084768" y="868311"/>
                  </a:lnTo>
                  <a:lnTo>
                    <a:pt x="2084402" y="27355"/>
                  </a:lnTo>
                  <a:lnTo>
                    <a:pt x="2084400" y="22669"/>
                  </a:lnTo>
                  <a:lnTo>
                    <a:pt x="2066759" y="1435"/>
                  </a:lnTo>
                  <a:lnTo>
                    <a:pt x="2061718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816275" y="2030044"/>
              <a:ext cx="2085339" cy="896619"/>
            </a:xfrm>
            <a:custGeom>
              <a:avLst/>
              <a:gdLst/>
              <a:ahLst/>
              <a:cxnLst/>
              <a:rect l="l" t="t" r="r" b="b"/>
              <a:pathLst>
                <a:path w="2085339" h="896619">
                  <a:moveTo>
                    <a:pt x="0" y="27355"/>
                  </a:moveTo>
                  <a:lnTo>
                    <a:pt x="0" y="22669"/>
                  </a:lnTo>
                  <a:lnTo>
                    <a:pt x="1447" y="17640"/>
                  </a:lnTo>
                  <a:lnTo>
                    <a:pt x="22682" y="0"/>
                  </a:lnTo>
                  <a:lnTo>
                    <a:pt x="27368" y="0"/>
                  </a:lnTo>
                  <a:lnTo>
                    <a:pt x="2057044" y="0"/>
                  </a:lnTo>
                  <a:lnTo>
                    <a:pt x="2061718" y="0"/>
                  </a:lnTo>
                  <a:lnTo>
                    <a:pt x="2066759" y="1435"/>
                  </a:lnTo>
                  <a:lnTo>
                    <a:pt x="2084400" y="22669"/>
                  </a:lnTo>
                  <a:lnTo>
                    <a:pt x="2084400" y="27355"/>
                  </a:lnTo>
                  <a:lnTo>
                    <a:pt x="2084768" y="868311"/>
                  </a:lnTo>
                  <a:lnTo>
                    <a:pt x="2084768" y="872998"/>
                  </a:lnTo>
                  <a:lnTo>
                    <a:pt x="2083320" y="878039"/>
                  </a:lnTo>
                  <a:lnTo>
                    <a:pt x="2062086" y="895680"/>
                  </a:lnTo>
                  <a:lnTo>
                    <a:pt x="2057400" y="895680"/>
                  </a:lnTo>
                  <a:lnTo>
                    <a:pt x="27368" y="896035"/>
                  </a:lnTo>
                  <a:lnTo>
                    <a:pt x="22682" y="896035"/>
                  </a:lnTo>
                  <a:lnTo>
                    <a:pt x="17640" y="894600"/>
                  </a:lnTo>
                  <a:lnTo>
                    <a:pt x="0" y="873353"/>
                  </a:lnTo>
                  <a:lnTo>
                    <a:pt x="0" y="868679"/>
                  </a:lnTo>
                  <a:lnTo>
                    <a:pt x="0" y="27355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visibility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2795" y="2175840"/>
              <a:ext cx="164160" cy="16416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206064" y="2144775"/>
            <a:ext cx="73215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Abstraction</a:t>
            </a:r>
            <a:endParaRPr sz="10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50095" y="2486063"/>
            <a:ext cx="102870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50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clean</a:t>
            </a:r>
            <a:r>
              <a:rPr sz="750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public</a:t>
            </a:r>
            <a:r>
              <a:rPr sz="750" spc="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interface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91120" y="3032644"/>
            <a:ext cx="2091689" cy="902969"/>
            <a:chOff x="591120" y="3032644"/>
            <a:chExt cx="2091689" cy="902969"/>
          </a:xfrm>
        </p:grpSpPr>
        <p:sp>
          <p:nvSpPr>
            <p:cNvPr id="21" name="object 21"/>
            <p:cNvSpPr/>
            <p:nvPr/>
          </p:nvSpPr>
          <p:spPr>
            <a:xfrm>
              <a:off x="594359" y="3035884"/>
              <a:ext cx="2085339" cy="896619"/>
            </a:xfrm>
            <a:custGeom>
              <a:avLst/>
              <a:gdLst/>
              <a:ahLst/>
              <a:cxnLst/>
              <a:rect l="l" t="t" r="r" b="b"/>
              <a:pathLst>
                <a:path w="2085339" h="896620">
                  <a:moveTo>
                    <a:pt x="2061717" y="0"/>
                  </a:moveTo>
                  <a:lnTo>
                    <a:pt x="22682" y="0"/>
                  </a:lnTo>
                  <a:lnTo>
                    <a:pt x="17995" y="1079"/>
                  </a:lnTo>
                  <a:lnTo>
                    <a:pt x="0" y="22669"/>
                  </a:lnTo>
                  <a:lnTo>
                    <a:pt x="0" y="873353"/>
                  </a:lnTo>
                  <a:lnTo>
                    <a:pt x="22682" y="896035"/>
                  </a:lnTo>
                  <a:lnTo>
                    <a:pt x="2062086" y="895680"/>
                  </a:lnTo>
                  <a:lnTo>
                    <a:pt x="2084755" y="868311"/>
                  </a:lnTo>
                  <a:lnTo>
                    <a:pt x="2084402" y="27355"/>
                  </a:lnTo>
                  <a:lnTo>
                    <a:pt x="2061717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94359" y="3035884"/>
              <a:ext cx="2085339" cy="896619"/>
            </a:xfrm>
            <a:custGeom>
              <a:avLst/>
              <a:gdLst/>
              <a:ahLst/>
              <a:cxnLst/>
              <a:rect l="l" t="t" r="r" b="b"/>
              <a:pathLst>
                <a:path w="2085339" h="896620">
                  <a:moveTo>
                    <a:pt x="0" y="27355"/>
                  </a:moveTo>
                  <a:lnTo>
                    <a:pt x="0" y="22669"/>
                  </a:lnTo>
                  <a:lnTo>
                    <a:pt x="1435" y="17640"/>
                  </a:lnTo>
                  <a:lnTo>
                    <a:pt x="22682" y="0"/>
                  </a:lnTo>
                  <a:lnTo>
                    <a:pt x="27355" y="0"/>
                  </a:lnTo>
                  <a:lnTo>
                    <a:pt x="2057044" y="0"/>
                  </a:lnTo>
                  <a:lnTo>
                    <a:pt x="2061717" y="0"/>
                  </a:lnTo>
                  <a:lnTo>
                    <a:pt x="2066759" y="1435"/>
                  </a:lnTo>
                  <a:lnTo>
                    <a:pt x="2084400" y="22669"/>
                  </a:lnTo>
                  <a:lnTo>
                    <a:pt x="2084400" y="27355"/>
                  </a:lnTo>
                  <a:lnTo>
                    <a:pt x="2084755" y="868311"/>
                  </a:lnTo>
                  <a:lnTo>
                    <a:pt x="2084755" y="872998"/>
                  </a:lnTo>
                  <a:lnTo>
                    <a:pt x="2083320" y="878039"/>
                  </a:lnTo>
                  <a:lnTo>
                    <a:pt x="2062086" y="895680"/>
                  </a:lnTo>
                  <a:lnTo>
                    <a:pt x="2057400" y="895680"/>
                  </a:lnTo>
                  <a:lnTo>
                    <a:pt x="27355" y="896035"/>
                  </a:lnTo>
                  <a:lnTo>
                    <a:pt x="22682" y="896035"/>
                  </a:lnTo>
                  <a:lnTo>
                    <a:pt x="17640" y="894600"/>
                  </a:lnTo>
                  <a:lnTo>
                    <a:pt x="0" y="873353"/>
                  </a:lnTo>
                  <a:lnTo>
                    <a:pt x="0" y="868680"/>
                  </a:lnTo>
                  <a:lnTo>
                    <a:pt x="0" y="27355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account_tree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524" y="3181680"/>
              <a:ext cx="164160" cy="16416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84135" y="3150616"/>
            <a:ext cx="711200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Inheritance</a:t>
            </a:r>
            <a:endParaRPr sz="10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7824" y="3491903"/>
            <a:ext cx="934719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Shared</a:t>
            </a:r>
            <a:r>
              <a:rPr sz="750" spc="3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user</a:t>
            </a:r>
            <a:r>
              <a:rPr sz="750" spc="3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behavior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813035" y="3032644"/>
            <a:ext cx="2091689" cy="902969"/>
            <a:chOff x="2813035" y="3032644"/>
            <a:chExt cx="2091689" cy="902969"/>
          </a:xfrm>
        </p:grpSpPr>
        <p:sp>
          <p:nvSpPr>
            <p:cNvPr id="27" name="object 27"/>
            <p:cNvSpPr/>
            <p:nvPr/>
          </p:nvSpPr>
          <p:spPr>
            <a:xfrm>
              <a:off x="2816275" y="3035884"/>
              <a:ext cx="2085339" cy="896619"/>
            </a:xfrm>
            <a:custGeom>
              <a:avLst/>
              <a:gdLst/>
              <a:ahLst/>
              <a:cxnLst/>
              <a:rect l="l" t="t" r="r" b="b"/>
              <a:pathLst>
                <a:path w="2085339" h="896620">
                  <a:moveTo>
                    <a:pt x="2061718" y="0"/>
                  </a:moveTo>
                  <a:lnTo>
                    <a:pt x="22682" y="0"/>
                  </a:lnTo>
                  <a:lnTo>
                    <a:pt x="18008" y="1079"/>
                  </a:lnTo>
                  <a:lnTo>
                    <a:pt x="0" y="22669"/>
                  </a:lnTo>
                  <a:lnTo>
                    <a:pt x="0" y="873353"/>
                  </a:lnTo>
                  <a:lnTo>
                    <a:pt x="22682" y="896035"/>
                  </a:lnTo>
                  <a:lnTo>
                    <a:pt x="2062086" y="895680"/>
                  </a:lnTo>
                  <a:lnTo>
                    <a:pt x="2084768" y="868311"/>
                  </a:lnTo>
                  <a:lnTo>
                    <a:pt x="2084402" y="27355"/>
                  </a:lnTo>
                  <a:lnTo>
                    <a:pt x="2084400" y="22669"/>
                  </a:lnTo>
                  <a:lnTo>
                    <a:pt x="2066759" y="1435"/>
                  </a:lnTo>
                  <a:lnTo>
                    <a:pt x="2061718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816275" y="3035884"/>
              <a:ext cx="2085339" cy="896619"/>
            </a:xfrm>
            <a:custGeom>
              <a:avLst/>
              <a:gdLst/>
              <a:ahLst/>
              <a:cxnLst/>
              <a:rect l="l" t="t" r="r" b="b"/>
              <a:pathLst>
                <a:path w="2085339" h="896620">
                  <a:moveTo>
                    <a:pt x="0" y="27355"/>
                  </a:moveTo>
                  <a:lnTo>
                    <a:pt x="0" y="22669"/>
                  </a:lnTo>
                  <a:lnTo>
                    <a:pt x="1447" y="17640"/>
                  </a:lnTo>
                  <a:lnTo>
                    <a:pt x="22682" y="0"/>
                  </a:lnTo>
                  <a:lnTo>
                    <a:pt x="27368" y="0"/>
                  </a:lnTo>
                  <a:lnTo>
                    <a:pt x="2057044" y="0"/>
                  </a:lnTo>
                  <a:lnTo>
                    <a:pt x="2061718" y="0"/>
                  </a:lnTo>
                  <a:lnTo>
                    <a:pt x="2066759" y="1435"/>
                  </a:lnTo>
                  <a:lnTo>
                    <a:pt x="2084400" y="22669"/>
                  </a:lnTo>
                  <a:lnTo>
                    <a:pt x="2084400" y="27355"/>
                  </a:lnTo>
                  <a:lnTo>
                    <a:pt x="2084768" y="868311"/>
                  </a:lnTo>
                  <a:lnTo>
                    <a:pt x="2084768" y="872998"/>
                  </a:lnTo>
                  <a:lnTo>
                    <a:pt x="2083320" y="878039"/>
                  </a:lnTo>
                  <a:lnTo>
                    <a:pt x="2062086" y="895680"/>
                  </a:lnTo>
                  <a:lnTo>
                    <a:pt x="2057400" y="895680"/>
                  </a:lnTo>
                  <a:lnTo>
                    <a:pt x="27368" y="896035"/>
                  </a:lnTo>
                  <a:lnTo>
                    <a:pt x="22682" y="896035"/>
                  </a:lnTo>
                  <a:lnTo>
                    <a:pt x="17640" y="894600"/>
                  </a:lnTo>
                  <a:lnTo>
                    <a:pt x="0" y="873353"/>
                  </a:lnTo>
                  <a:lnTo>
                    <a:pt x="0" y="868680"/>
                  </a:lnTo>
                  <a:lnTo>
                    <a:pt x="0" y="27355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hub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2795" y="3181680"/>
              <a:ext cx="164160" cy="16416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206064" y="3150616"/>
            <a:ext cx="90741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Polymorphism</a:t>
            </a:r>
            <a:endParaRPr sz="10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50095" y="3491903"/>
            <a:ext cx="116332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One</a:t>
            </a:r>
            <a:r>
              <a:rPr sz="750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interface,</a:t>
            </a:r>
            <a:r>
              <a:rPr sz="750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many</a:t>
            </a:r>
            <a:r>
              <a:rPr sz="750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forms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5193715" y="2027185"/>
          <a:ext cx="6459220" cy="2256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3005"/>
                <a:gridCol w="5200015"/>
              </a:tblGrid>
              <a:tr h="27432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650" b="1" spc="4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FILE</a:t>
                      </a:r>
                      <a:endParaRPr sz="6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4455" marB="0">
                    <a:solidFill>
                      <a:srgbClr val="183349"/>
                    </a:solidFill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650" b="1" spc="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PURPOSE</a:t>
                      </a:r>
                      <a:endParaRPr sz="6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84455" marB="0">
                    <a:solidFill>
                      <a:srgbClr val="183349"/>
                    </a:solidFill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b="1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rooms.txt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12283B"/>
                    </a:solidFill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Room</a:t>
                      </a:r>
                      <a:r>
                        <a:rPr sz="900" spc="-3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details</a:t>
                      </a:r>
                      <a:r>
                        <a:rPr sz="900" spc="-3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and</a:t>
                      </a:r>
                      <a:r>
                        <a:rPr sz="900" spc="-3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availability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12283B"/>
                    </a:solidFill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b="1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food.txt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0D1D2C"/>
                    </a:solidFill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Menu</a:t>
                      </a:r>
                      <a:r>
                        <a:rPr sz="900" spc="-3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items</a:t>
                      </a:r>
                      <a:r>
                        <a:rPr sz="900" spc="-3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and</a:t>
                      </a:r>
                      <a:r>
                        <a:rPr sz="900" spc="-3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prices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0D1D2C"/>
                    </a:solidFill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b="1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customers.txt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12283B"/>
                    </a:solidFill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Customer</a:t>
                      </a:r>
                      <a:r>
                        <a:rPr sz="900" spc="-3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records</a:t>
                      </a:r>
                      <a:r>
                        <a:rPr sz="900" spc="-3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and</a:t>
                      </a:r>
                      <a:r>
                        <a:rPr sz="900" spc="-3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credentials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12283B"/>
                    </a:solidFill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b="1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bookings.txt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0D1D2C"/>
                    </a:solidFill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Bookings</a:t>
                      </a:r>
                      <a:r>
                        <a:rPr sz="900" spc="-2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and</a:t>
                      </a:r>
                      <a:r>
                        <a:rPr sz="900" spc="-2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food</a:t>
                      </a:r>
                      <a:r>
                        <a:rPr sz="900" spc="-2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quantities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0D1D2C"/>
                    </a:solidFill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b="1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staff.txt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12283B"/>
                    </a:solidFill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Staff</a:t>
                      </a:r>
                      <a:r>
                        <a:rPr sz="900" spc="-3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information</a:t>
                      </a:r>
                      <a:r>
                        <a:rPr sz="900" spc="-4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and</a:t>
                      </a:r>
                      <a:r>
                        <a:rPr sz="900" spc="-3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spc="-2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wages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12283B"/>
                    </a:solidFill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b="1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attendance.txt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0D1D2C"/>
                    </a:solidFill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Daily</a:t>
                      </a:r>
                      <a:r>
                        <a:rPr sz="900" spc="-3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attendance</a:t>
                      </a:r>
                      <a:r>
                        <a:rPr sz="900" spc="-3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records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solidFill>
                      <a:srgbClr val="0D1D2C"/>
                    </a:solidFill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b="1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payments.txt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lnB w="6350">
                      <a:solidFill>
                        <a:srgbClr val="273D50"/>
                      </a:solidFill>
                      <a:prstDash val="solid"/>
                    </a:lnB>
                    <a:solidFill>
                      <a:srgbClr val="12283B"/>
                    </a:solidFill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Salary</a:t>
                      </a:r>
                      <a:r>
                        <a:rPr sz="900" spc="-3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payment</a:t>
                      </a:r>
                      <a:r>
                        <a:rPr sz="900" spc="-3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0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history</a:t>
                      </a:r>
                      <a:endParaRPr sz="9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66040" marB="0">
                    <a:lnB w="6350">
                      <a:solidFill>
                        <a:srgbClr val="273D50"/>
                      </a:solidFill>
                      <a:prstDash val="solid"/>
                    </a:lnB>
                    <a:solidFill>
                      <a:srgbClr val="12283B"/>
                    </a:solidFill>
                  </a:tcPr>
                </a:tc>
              </a:tr>
            </a:tbl>
          </a:graphicData>
        </a:graphic>
      </p:graphicFrame>
      <p:grpSp>
        <p:nvGrpSpPr>
          <p:cNvPr id="32" name="object 32"/>
          <p:cNvGrpSpPr/>
          <p:nvPr/>
        </p:nvGrpSpPr>
        <p:grpSpPr>
          <a:xfrm>
            <a:off x="590867" y="4129671"/>
            <a:ext cx="4314190" cy="1543685"/>
            <a:chOff x="590867" y="4129671"/>
            <a:chExt cx="4314190" cy="1543685"/>
          </a:xfrm>
        </p:grpSpPr>
        <p:sp>
          <p:nvSpPr>
            <p:cNvPr id="33" name="object 33"/>
            <p:cNvSpPr/>
            <p:nvPr/>
          </p:nvSpPr>
          <p:spPr>
            <a:xfrm>
              <a:off x="594360" y="4133164"/>
              <a:ext cx="4307205" cy="1536700"/>
            </a:xfrm>
            <a:custGeom>
              <a:avLst/>
              <a:gdLst/>
              <a:ahLst/>
              <a:cxnLst/>
              <a:rect l="l" t="t" r="r" b="b"/>
              <a:pathLst>
                <a:path w="4307205" h="1536700">
                  <a:moveTo>
                    <a:pt x="4283633" y="0"/>
                  </a:moveTo>
                  <a:lnTo>
                    <a:pt x="22682" y="0"/>
                  </a:lnTo>
                  <a:lnTo>
                    <a:pt x="17995" y="1079"/>
                  </a:lnTo>
                  <a:lnTo>
                    <a:pt x="0" y="22669"/>
                  </a:lnTo>
                  <a:lnTo>
                    <a:pt x="0" y="1513433"/>
                  </a:lnTo>
                  <a:lnTo>
                    <a:pt x="22682" y="1536115"/>
                  </a:lnTo>
                  <a:lnTo>
                    <a:pt x="4284002" y="1535760"/>
                  </a:lnTo>
                  <a:lnTo>
                    <a:pt x="4306684" y="1508391"/>
                  </a:lnTo>
                  <a:lnTo>
                    <a:pt x="4306317" y="27355"/>
                  </a:lnTo>
                  <a:lnTo>
                    <a:pt x="4306316" y="22669"/>
                  </a:lnTo>
                  <a:lnTo>
                    <a:pt x="4288675" y="1435"/>
                  </a:lnTo>
                  <a:lnTo>
                    <a:pt x="4283633" y="0"/>
                  </a:lnTo>
                  <a:close/>
                </a:path>
              </a:pathLst>
            </a:custGeom>
            <a:solidFill>
              <a:srgbClr val="0D1D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94360" y="4133164"/>
              <a:ext cx="4307205" cy="1536700"/>
            </a:xfrm>
            <a:custGeom>
              <a:avLst/>
              <a:gdLst/>
              <a:ahLst/>
              <a:cxnLst/>
              <a:rect l="l" t="t" r="r" b="b"/>
              <a:pathLst>
                <a:path w="4307205" h="1536700">
                  <a:moveTo>
                    <a:pt x="0" y="27355"/>
                  </a:moveTo>
                  <a:lnTo>
                    <a:pt x="0" y="22669"/>
                  </a:lnTo>
                  <a:lnTo>
                    <a:pt x="1435" y="17640"/>
                  </a:lnTo>
                  <a:lnTo>
                    <a:pt x="22682" y="0"/>
                  </a:lnTo>
                  <a:lnTo>
                    <a:pt x="27355" y="0"/>
                  </a:lnTo>
                  <a:lnTo>
                    <a:pt x="4278960" y="0"/>
                  </a:lnTo>
                  <a:lnTo>
                    <a:pt x="4283633" y="0"/>
                  </a:lnTo>
                  <a:lnTo>
                    <a:pt x="4288675" y="1435"/>
                  </a:lnTo>
                  <a:lnTo>
                    <a:pt x="4306316" y="22669"/>
                  </a:lnTo>
                  <a:lnTo>
                    <a:pt x="4306316" y="27355"/>
                  </a:lnTo>
                  <a:lnTo>
                    <a:pt x="4306684" y="1508391"/>
                  </a:lnTo>
                  <a:lnTo>
                    <a:pt x="4306684" y="1513077"/>
                  </a:lnTo>
                  <a:lnTo>
                    <a:pt x="4305236" y="1518119"/>
                  </a:lnTo>
                  <a:lnTo>
                    <a:pt x="4284002" y="1535760"/>
                  </a:lnTo>
                  <a:lnTo>
                    <a:pt x="4279315" y="1535760"/>
                  </a:lnTo>
                  <a:lnTo>
                    <a:pt x="27355" y="1536115"/>
                  </a:lnTo>
                  <a:lnTo>
                    <a:pt x="22682" y="1536115"/>
                  </a:lnTo>
                  <a:lnTo>
                    <a:pt x="17640" y="1534680"/>
                  </a:lnTo>
                  <a:lnTo>
                    <a:pt x="0" y="1513433"/>
                  </a:lnTo>
                  <a:lnTo>
                    <a:pt x="0" y="1508759"/>
                  </a:lnTo>
                  <a:lnTo>
                    <a:pt x="0" y="27355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49884" y="4251959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34912" y="0"/>
                  </a:moveTo>
                  <a:lnTo>
                    <a:pt x="24472" y="0"/>
                  </a:lnTo>
                  <a:lnTo>
                    <a:pt x="19431" y="1079"/>
                  </a:lnTo>
                  <a:lnTo>
                    <a:pt x="14757" y="3962"/>
                  </a:lnTo>
                  <a:lnTo>
                    <a:pt x="10439" y="6476"/>
                  </a:lnTo>
                  <a:lnTo>
                    <a:pt x="6476" y="10083"/>
                  </a:lnTo>
                  <a:lnTo>
                    <a:pt x="3949" y="14757"/>
                  </a:lnTo>
                  <a:lnTo>
                    <a:pt x="1435" y="19075"/>
                  </a:lnTo>
                  <a:lnTo>
                    <a:pt x="0" y="24485"/>
                  </a:lnTo>
                  <a:lnTo>
                    <a:pt x="0" y="29514"/>
                  </a:lnTo>
                  <a:lnTo>
                    <a:pt x="0" y="34556"/>
                  </a:lnTo>
                  <a:lnTo>
                    <a:pt x="1435" y="39954"/>
                  </a:lnTo>
                  <a:lnTo>
                    <a:pt x="3949" y="44284"/>
                  </a:lnTo>
                  <a:lnTo>
                    <a:pt x="6476" y="48958"/>
                  </a:lnTo>
                  <a:lnTo>
                    <a:pt x="10439" y="52565"/>
                  </a:lnTo>
                  <a:lnTo>
                    <a:pt x="14757" y="55079"/>
                  </a:lnTo>
                  <a:lnTo>
                    <a:pt x="19431" y="57962"/>
                  </a:lnTo>
                  <a:lnTo>
                    <a:pt x="24472" y="59397"/>
                  </a:lnTo>
                  <a:lnTo>
                    <a:pt x="34912" y="59397"/>
                  </a:lnTo>
                  <a:lnTo>
                    <a:pt x="39954" y="57962"/>
                  </a:lnTo>
                  <a:lnTo>
                    <a:pt x="44640" y="55079"/>
                  </a:lnTo>
                  <a:lnTo>
                    <a:pt x="48958" y="52565"/>
                  </a:lnTo>
                  <a:lnTo>
                    <a:pt x="52920" y="48958"/>
                  </a:lnTo>
                  <a:lnTo>
                    <a:pt x="55435" y="44284"/>
                  </a:lnTo>
                  <a:lnTo>
                    <a:pt x="57950" y="39954"/>
                  </a:lnTo>
                  <a:lnTo>
                    <a:pt x="59397" y="34556"/>
                  </a:lnTo>
                  <a:lnTo>
                    <a:pt x="59397" y="24485"/>
                  </a:lnTo>
                  <a:lnTo>
                    <a:pt x="57950" y="19075"/>
                  </a:lnTo>
                  <a:lnTo>
                    <a:pt x="55435" y="14757"/>
                  </a:lnTo>
                  <a:lnTo>
                    <a:pt x="52920" y="10083"/>
                  </a:lnTo>
                  <a:lnTo>
                    <a:pt x="48958" y="6476"/>
                  </a:lnTo>
                  <a:lnTo>
                    <a:pt x="44640" y="3962"/>
                  </a:lnTo>
                  <a:lnTo>
                    <a:pt x="39954" y="1079"/>
                  </a:lnTo>
                  <a:lnTo>
                    <a:pt x="34912" y="0"/>
                  </a:lnTo>
                  <a:close/>
                </a:path>
              </a:pathLst>
            </a:custGeom>
            <a:solidFill>
              <a:srgbClr val="A049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68680" y="4251959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34925" y="0"/>
                  </a:moveTo>
                  <a:lnTo>
                    <a:pt x="24485" y="0"/>
                  </a:lnTo>
                  <a:lnTo>
                    <a:pt x="19443" y="1079"/>
                  </a:lnTo>
                  <a:lnTo>
                    <a:pt x="14757" y="3962"/>
                  </a:lnTo>
                  <a:lnTo>
                    <a:pt x="10439" y="6476"/>
                  </a:lnTo>
                  <a:lnTo>
                    <a:pt x="6476" y="10083"/>
                  </a:lnTo>
                  <a:lnTo>
                    <a:pt x="3962" y="14757"/>
                  </a:lnTo>
                  <a:lnTo>
                    <a:pt x="1435" y="19075"/>
                  </a:lnTo>
                  <a:lnTo>
                    <a:pt x="0" y="24485"/>
                  </a:lnTo>
                  <a:lnTo>
                    <a:pt x="0" y="29514"/>
                  </a:lnTo>
                  <a:lnTo>
                    <a:pt x="0" y="34556"/>
                  </a:lnTo>
                  <a:lnTo>
                    <a:pt x="1435" y="39954"/>
                  </a:lnTo>
                  <a:lnTo>
                    <a:pt x="3962" y="44284"/>
                  </a:lnTo>
                  <a:lnTo>
                    <a:pt x="6476" y="48958"/>
                  </a:lnTo>
                  <a:lnTo>
                    <a:pt x="10439" y="52565"/>
                  </a:lnTo>
                  <a:lnTo>
                    <a:pt x="14757" y="55079"/>
                  </a:lnTo>
                  <a:lnTo>
                    <a:pt x="19443" y="57962"/>
                  </a:lnTo>
                  <a:lnTo>
                    <a:pt x="24485" y="59397"/>
                  </a:lnTo>
                  <a:lnTo>
                    <a:pt x="34925" y="59397"/>
                  </a:lnTo>
                  <a:lnTo>
                    <a:pt x="39954" y="57962"/>
                  </a:lnTo>
                  <a:lnTo>
                    <a:pt x="44640" y="55079"/>
                  </a:lnTo>
                  <a:lnTo>
                    <a:pt x="48958" y="52565"/>
                  </a:lnTo>
                  <a:lnTo>
                    <a:pt x="52920" y="48958"/>
                  </a:lnTo>
                  <a:lnTo>
                    <a:pt x="55435" y="44284"/>
                  </a:lnTo>
                  <a:lnTo>
                    <a:pt x="57962" y="39954"/>
                  </a:lnTo>
                  <a:lnTo>
                    <a:pt x="59397" y="34556"/>
                  </a:lnTo>
                  <a:lnTo>
                    <a:pt x="59397" y="24485"/>
                  </a:lnTo>
                  <a:lnTo>
                    <a:pt x="57962" y="19075"/>
                  </a:lnTo>
                  <a:lnTo>
                    <a:pt x="55435" y="14757"/>
                  </a:lnTo>
                  <a:lnTo>
                    <a:pt x="52920" y="10083"/>
                  </a:lnTo>
                  <a:lnTo>
                    <a:pt x="48958" y="6476"/>
                  </a:lnTo>
                  <a:lnTo>
                    <a:pt x="44640" y="3962"/>
                  </a:lnTo>
                  <a:lnTo>
                    <a:pt x="39954" y="1079"/>
                  </a:lnTo>
                  <a:lnTo>
                    <a:pt x="34925" y="0"/>
                  </a:lnTo>
                  <a:close/>
                </a:path>
              </a:pathLst>
            </a:custGeom>
            <a:solidFill>
              <a:srgbClr val="C5A0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87475" y="4251959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34925" y="0"/>
                  </a:moveTo>
                  <a:lnTo>
                    <a:pt x="24485" y="0"/>
                  </a:lnTo>
                  <a:lnTo>
                    <a:pt x="19443" y="1079"/>
                  </a:lnTo>
                  <a:lnTo>
                    <a:pt x="14770" y="3962"/>
                  </a:lnTo>
                  <a:lnTo>
                    <a:pt x="10439" y="6476"/>
                  </a:lnTo>
                  <a:lnTo>
                    <a:pt x="6489" y="10083"/>
                  </a:lnTo>
                  <a:lnTo>
                    <a:pt x="3962" y="14757"/>
                  </a:lnTo>
                  <a:lnTo>
                    <a:pt x="1447" y="19075"/>
                  </a:lnTo>
                  <a:lnTo>
                    <a:pt x="0" y="24485"/>
                  </a:lnTo>
                  <a:lnTo>
                    <a:pt x="0" y="29514"/>
                  </a:lnTo>
                  <a:lnTo>
                    <a:pt x="0" y="34556"/>
                  </a:lnTo>
                  <a:lnTo>
                    <a:pt x="1447" y="39954"/>
                  </a:lnTo>
                  <a:lnTo>
                    <a:pt x="3962" y="44284"/>
                  </a:lnTo>
                  <a:lnTo>
                    <a:pt x="6489" y="48958"/>
                  </a:lnTo>
                  <a:lnTo>
                    <a:pt x="10439" y="52565"/>
                  </a:lnTo>
                  <a:lnTo>
                    <a:pt x="14770" y="55079"/>
                  </a:lnTo>
                  <a:lnTo>
                    <a:pt x="19443" y="57962"/>
                  </a:lnTo>
                  <a:lnTo>
                    <a:pt x="24485" y="59397"/>
                  </a:lnTo>
                  <a:lnTo>
                    <a:pt x="34925" y="59397"/>
                  </a:lnTo>
                  <a:lnTo>
                    <a:pt x="39966" y="57962"/>
                  </a:lnTo>
                  <a:lnTo>
                    <a:pt x="44640" y="55079"/>
                  </a:lnTo>
                  <a:lnTo>
                    <a:pt x="48958" y="52565"/>
                  </a:lnTo>
                  <a:lnTo>
                    <a:pt x="52920" y="48958"/>
                  </a:lnTo>
                  <a:lnTo>
                    <a:pt x="55448" y="44284"/>
                  </a:lnTo>
                  <a:lnTo>
                    <a:pt x="57962" y="39954"/>
                  </a:lnTo>
                  <a:lnTo>
                    <a:pt x="59397" y="34556"/>
                  </a:lnTo>
                  <a:lnTo>
                    <a:pt x="59397" y="24485"/>
                  </a:lnTo>
                  <a:lnTo>
                    <a:pt x="57962" y="19075"/>
                  </a:lnTo>
                  <a:lnTo>
                    <a:pt x="55448" y="14757"/>
                  </a:lnTo>
                  <a:lnTo>
                    <a:pt x="52920" y="10083"/>
                  </a:lnTo>
                  <a:lnTo>
                    <a:pt x="48958" y="6476"/>
                  </a:lnTo>
                  <a:lnTo>
                    <a:pt x="44640" y="3962"/>
                  </a:lnTo>
                  <a:lnTo>
                    <a:pt x="39966" y="1079"/>
                  </a:lnTo>
                  <a:lnTo>
                    <a:pt x="34925" y="0"/>
                  </a:lnTo>
                  <a:close/>
                </a:path>
              </a:pathLst>
            </a:custGeom>
            <a:solidFill>
              <a:srgbClr val="3E7C6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157300" y="4211535"/>
            <a:ext cx="306070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50" spc="-10" dirty="0">
                <a:solidFill>
                  <a:srgbClr val="A8B6C3"/>
                </a:solidFill>
                <a:latin typeface="Consolas" panose="020B0609020204030204"/>
                <a:cs typeface="Consolas" panose="020B0609020204030204"/>
              </a:rPr>
              <a:t>room.h</a:t>
            </a:r>
            <a:endParaRPr sz="65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5535" y="4394763"/>
            <a:ext cx="1925320" cy="89281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750" b="1" dirty="0">
                <a:solidFill>
                  <a:srgbClr val="C5A05B"/>
                </a:solidFill>
                <a:latin typeface="Consolas" panose="020B0609020204030204"/>
                <a:cs typeface="Consolas" panose="020B0609020204030204"/>
              </a:rPr>
              <a:t>class</a:t>
            </a:r>
            <a:r>
              <a:rPr sz="750" b="1" spc="5" dirty="0">
                <a:solidFill>
                  <a:srgbClr val="C5A05B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750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Room</a:t>
            </a:r>
            <a:r>
              <a:rPr sz="750" spc="5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750" spc="-50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{</a:t>
            </a:r>
            <a:endParaRPr sz="750">
              <a:latin typeface="Consolas" panose="020B0609020204030204"/>
              <a:cs typeface="Consolas" panose="020B0609020204030204"/>
            </a:endParaRPr>
          </a:p>
          <a:p>
            <a:pPr marL="118110" marR="427990">
              <a:lnSpc>
                <a:spcPct val="108000"/>
              </a:lnSpc>
            </a:pPr>
            <a:r>
              <a:rPr sz="750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750" spc="5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750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number;</a:t>
            </a:r>
            <a:r>
              <a:rPr sz="750" spc="5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750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string </a:t>
            </a:r>
            <a:r>
              <a:rPr sz="750" spc="-10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type; </a:t>
            </a:r>
            <a:r>
              <a:rPr sz="750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double</a:t>
            </a:r>
            <a:r>
              <a:rPr sz="750" spc="5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750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price; </a:t>
            </a:r>
            <a:r>
              <a:rPr sz="750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bool</a:t>
            </a:r>
            <a:r>
              <a:rPr sz="750" spc="5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750" spc="-10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booked;</a:t>
            </a:r>
            <a:endParaRPr sz="750">
              <a:latin typeface="Consolas" panose="020B0609020204030204"/>
              <a:cs typeface="Consolas" panose="020B06090202040302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750" b="1" spc="-10" dirty="0">
                <a:solidFill>
                  <a:srgbClr val="C5A05B"/>
                </a:solidFill>
                <a:latin typeface="Consolas" panose="020B0609020204030204"/>
                <a:cs typeface="Consolas" panose="020B0609020204030204"/>
              </a:rPr>
              <a:t>public:</a:t>
            </a:r>
            <a:endParaRPr sz="750">
              <a:latin typeface="Consolas" panose="020B0609020204030204"/>
              <a:cs typeface="Consolas" panose="020B0609020204030204"/>
            </a:endParaRPr>
          </a:p>
          <a:p>
            <a:pPr marL="118110">
              <a:lnSpc>
                <a:spcPct val="100000"/>
              </a:lnSpc>
              <a:spcBef>
                <a:spcPts val="75"/>
              </a:spcBef>
            </a:pPr>
            <a:r>
              <a:rPr sz="750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bool </a:t>
            </a:r>
            <a:r>
              <a:rPr sz="750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isAvailable()</a:t>
            </a:r>
            <a:r>
              <a:rPr sz="750" spc="5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750" spc="-10" dirty="0">
                <a:solidFill>
                  <a:srgbClr val="C5A05B"/>
                </a:solidFill>
                <a:latin typeface="Consolas" panose="020B0609020204030204"/>
                <a:cs typeface="Consolas" panose="020B0609020204030204"/>
              </a:rPr>
              <a:t>const;</a:t>
            </a:r>
            <a:endParaRPr sz="750">
              <a:latin typeface="Consolas" panose="020B0609020204030204"/>
              <a:cs typeface="Consolas" panose="020B0609020204030204"/>
            </a:endParaRPr>
          </a:p>
          <a:p>
            <a:pPr marL="118110">
              <a:lnSpc>
                <a:spcPct val="100000"/>
              </a:lnSpc>
              <a:spcBef>
                <a:spcPts val="75"/>
              </a:spcBef>
            </a:pPr>
            <a:r>
              <a:rPr sz="750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void </a:t>
            </a:r>
            <a:r>
              <a:rPr sz="750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book(</a:t>
            </a:r>
            <a:r>
              <a:rPr sz="750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string </a:t>
            </a:r>
            <a:r>
              <a:rPr sz="750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guest, </a:t>
            </a:r>
            <a:r>
              <a:rPr sz="750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750" spc="5" dirty="0">
                <a:solidFill>
                  <a:srgbClr val="E4C88E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750" spc="-10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days);</a:t>
            </a:r>
            <a:endParaRPr sz="750">
              <a:latin typeface="Consolas" panose="020B0609020204030204"/>
              <a:cs typeface="Consolas" panose="020B06090202040302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750" spc="-25" dirty="0">
                <a:solidFill>
                  <a:srgbClr val="F7F1E8"/>
                </a:solidFill>
                <a:latin typeface="Consolas" panose="020B0609020204030204"/>
                <a:cs typeface="Consolas" panose="020B0609020204030204"/>
              </a:rPr>
              <a:t>};</a:t>
            </a:r>
            <a:endParaRPr sz="750">
              <a:latin typeface="Consolas" panose="020B0609020204030204"/>
              <a:cs typeface="Consolas" panose="020B06090202040302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123715" y="5428435"/>
            <a:ext cx="1598295" cy="208279"/>
            <a:chOff x="3123715" y="5428435"/>
            <a:chExt cx="1598295" cy="208279"/>
          </a:xfrm>
        </p:grpSpPr>
        <p:sp>
          <p:nvSpPr>
            <p:cNvPr id="42" name="object 42"/>
            <p:cNvSpPr/>
            <p:nvPr/>
          </p:nvSpPr>
          <p:spPr>
            <a:xfrm>
              <a:off x="3126955" y="5431675"/>
              <a:ext cx="1591310" cy="201295"/>
            </a:xfrm>
            <a:custGeom>
              <a:avLst/>
              <a:gdLst/>
              <a:ahLst/>
              <a:cxnLst/>
              <a:rect l="l" t="t" r="r" b="b"/>
              <a:pathLst>
                <a:path w="1591310" h="201295">
                  <a:moveTo>
                    <a:pt x="1490408" y="0"/>
                  </a:moveTo>
                  <a:lnTo>
                    <a:pt x="100799" y="0"/>
                  </a:lnTo>
                  <a:lnTo>
                    <a:pt x="86611" y="867"/>
                  </a:lnTo>
                  <a:lnTo>
                    <a:pt x="87187" y="867"/>
                  </a:lnTo>
                  <a:lnTo>
                    <a:pt x="74522" y="3284"/>
                  </a:lnTo>
                  <a:lnTo>
                    <a:pt x="39346" y="20577"/>
                  </a:lnTo>
                  <a:lnTo>
                    <a:pt x="13322" y="50037"/>
                  </a:lnTo>
                  <a:lnTo>
                    <a:pt x="867" y="87303"/>
                  </a:lnTo>
                  <a:lnTo>
                    <a:pt x="0" y="100444"/>
                  </a:lnTo>
                  <a:lnTo>
                    <a:pt x="0" y="100799"/>
                  </a:lnTo>
                  <a:lnTo>
                    <a:pt x="793" y="113585"/>
                  </a:lnTo>
                  <a:lnTo>
                    <a:pt x="815" y="113935"/>
                  </a:lnTo>
                  <a:lnTo>
                    <a:pt x="3224" y="126457"/>
                  </a:lnTo>
                  <a:lnTo>
                    <a:pt x="3284" y="126768"/>
                  </a:lnTo>
                  <a:lnTo>
                    <a:pt x="7372" y="138924"/>
                  </a:lnTo>
                  <a:lnTo>
                    <a:pt x="7442" y="139129"/>
                  </a:lnTo>
                  <a:lnTo>
                    <a:pt x="13322" y="150850"/>
                  </a:lnTo>
                  <a:lnTo>
                    <a:pt x="20475" y="161748"/>
                  </a:lnTo>
                  <a:lnTo>
                    <a:pt x="20577" y="161904"/>
                  </a:lnTo>
                  <a:lnTo>
                    <a:pt x="50037" y="187921"/>
                  </a:lnTo>
                  <a:lnTo>
                    <a:pt x="87303" y="200378"/>
                  </a:lnTo>
                  <a:lnTo>
                    <a:pt x="100444" y="201244"/>
                  </a:lnTo>
                  <a:lnTo>
                    <a:pt x="1490764" y="201244"/>
                  </a:lnTo>
                  <a:lnTo>
                    <a:pt x="1529088" y="193502"/>
                  </a:lnTo>
                  <a:lnTo>
                    <a:pt x="1561772" y="171637"/>
                  </a:lnTo>
                  <a:lnTo>
                    <a:pt x="1583512" y="139129"/>
                  </a:lnTo>
                  <a:lnTo>
                    <a:pt x="1591184" y="100799"/>
                  </a:lnTo>
                  <a:lnTo>
                    <a:pt x="1591185" y="100444"/>
                  </a:lnTo>
                  <a:lnTo>
                    <a:pt x="1590335" y="87459"/>
                  </a:lnTo>
                  <a:lnTo>
                    <a:pt x="1577517" y="50406"/>
                  </a:lnTo>
                  <a:lnTo>
                    <a:pt x="1551705" y="20738"/>
                  </a:lnTo>
                  <a:lnTo>
                    <a:pt x="1516414" y="3422"/>
                  </a:lnTo>
                  <a:lnTo>
                    <a:pt x="1503547" y="867"/>
                  </a:lnTo>
                  <a:lnTo>
                    <a:pt x="1490408" y="0"/>
                  </a:lnTo>
                  <a:close/>
                </a:path>
              </a:pathLst>
            </a:custGeom>
            <a:solidFill>
              <a:srgbClr val="132B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126955" y="5431675"/>
              <a:ext cx="1591310" cy="201295"/>
            </a:xfrm>
            <a:custGeom>
              <a:avLst/>
              <a:gdLst/>
              <a:ahLst/>
              <a:cxnLst/>
              <a:rect l="l" t="t" r="r" b="b"/>
              <a:pathLst>
                <a:path w="1591310" h="201295">
                  <a:moveTo>
                    <a:pt x="0" y="100444"/>
                  </a:moveTo>
                  <a:lnTo>
                    <a:pt x="867" y="87303"/>
                  </a:lnTo>
                  <a:lnTo>
                    <a:pt x="3422" y="74431"/>
                  </a:lnTo>
                  <a:lnTo>
                    <a:pt x="20738" y="39139"/>
                  </a:lnTo>
                  <a:lnTo>
                    <a:pt x="50406" y="13322"/>
                  </a:lnTo>
                  <a:lnTo>
                    <a:pt x="87459" y="815"/>
                  </a:lnTo>
                  <a:lnTo>
                    <a:pt x="100799" y="0"/>
                  </a:lnTo>
                  <a:lnTo>
                    <a:pt x="1490408" y="0"/>
                  </a:lnTo>
                  <a:lnTo>
                    <a:pt x="1528877" y="7597"/>
                  </a:lnTo>
                  <a:lnTo>
                    <a:pt x="1561593" y="29435"/>
                  </a:lnTo>
                  <a:lnTo>
                    <a:pt x="1583455" y="62125"/>
                  </a:lnTo>
                  <a:lnTo>
                    <a:pt x="1591208" y="100799"/>
                  </a:lnTo>
                  <a:lnTo>
                    <a:pt x="1591208" y="100444"/>
                  </a:lnTo>
                  <a:lnTo>
                    <a:pt x="1590341" y="113585"/>
                  </a:lnTo>
                  <a:lnTo>
                    <a:pt x="1587785" y="126457"/>
                  </a:lnTo>
                  <a:lnTo>
                    <a:pt x="1570470" y="161748"/>
                  </a:lnTo>
                  <a:lnTo>
                    <a:pt x="1540802" y="187566"/>
                  </a:lnTo>
                  <a:lnTo>
                    <a:pt x="1503899" y="200373"/>
                  </a:lnTo>
                  <a:lnTo>
                    <a:pt x="1490764" y="201244"/>
                  </a:lnTo>
                  <a:lnTo>
                    <a:pt x="100444" y="201244"/>
                  </a:lnTo>
                  <a:lnTo>
                    <a:pt x="61964" y="193652"/>
                  </a:lnTo>
                  <a:lnTo>
                    <a:pt x="29251" y="171815"/>
                  </a:lnTo>
                  <a:lnTo>
                    <a:pt x="7442" y="139129"/>
                  </a:lnTo>
                  <a:lnTo>
                    <a:pt x="0" y="100799"/>
                  </a:lnTo>
                  <a:lnTo>
                    <a:pt x="0" y="100444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3609263" y="5473344"/>
            <a:ext cx="62547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G++</a:t>
            </a:r>
            <a:r>
              <a:rPr sz="600" b="1" spc="3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b="1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600" b="1" spc="3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b="1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600" b="1" spc="-1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00" b="1" spc="-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17</a:t>
            </a:r>
            <a:endParaRPr sz="6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1659" y="5792660"/>
            <a:ext cx="401320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Vectors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75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structs</a:t>
            </a:r>
            <a:r>
              <a:rPr sz="75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hold</a:t>
            </a:r>
            <a:r>
              <a:rPr sz="75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collections;</a:t>
            </a:r>
            <a:r>
              <a:rPr sz="75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templates</a:t>
            </a:r>
            <a:r>
              <a:rPr sz="75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7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operator</a:t>
            </a:r>
            <a:r>
              <a:rPr sz="75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overloading</a:t>
            </a:r>
            <a:r>
              <a:rPr sz="75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keep</a:t>
            </a:r>
            <a:r>
              <a:rPr sz="75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APIs</a:t>
            </a:r>
            <a:r>
              <a:rPr sz="750" spc="-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expressive.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190223" y="4495063"/>
            <a:ext cx="6390005" cy="1561465"/>
            <a:chOff x="5190223" y="4495063"/>
            <a:chExt cx="6390005" cy="1561465"/>
          </a:xfrm>
        </p:grpSpPr>
        <p:sp>
          <p:nvSpPr>
            <p:cNvPr id="48" name="object 48"/>
            <p:cNvSpPr/>
            <p:nvPr/>
          </p:nvSpPr>
          <p:spPr>
            <a:xfrm>
              <a:off x="5193715" y="4498555"/>
              <a:ext cx="6383020" cy="1554480"/>
            </a:xfrm>
            <a:custGeom>
              <a:avLst/>
              <a:gdLst/>
              <a:ahLst/>
              <a:cxnLst/>
              <a:rect l="l" t="t" r="r" b="b"/>
              <a:pathLst>
                <a:path w="6383020" h="1554479">
                  <a:moveTo>
                    <a:pt x="6359397" y="0"/>
                  </a:moveTo>
                  <a:lnTo>
                    <a:pt x="22682" y="0"/>
                  </a:lnTo>
                  <a:lnTo>
                    <a:pt x="18008" y="1079"/>
                  </a:lnTo>
                  <a:lnTo>
                    <a:pt x="0" y="22682"/>
                  </a:lnTo>
                  <a:lnTo>
                    <a:pt x="0" y="1531797"/>
                  </a:lnTo>
                  <a:lnTo>
                    <a:pt x="22682" y="1554480"/>
                  </a:lnTo>
                  <a:lnTo>
                    <a:pt x="6359766" y="1554124"/>
                  </a:lnTo>
                  <a:lnTo>
                    <a:pt x="6382448" y="1526768"/>
                  </a:lnTo>
                  <a:lnTo>
                    <a:pt x="6382081" y="27368"/>
                  </a:lnTo>
                  <a:lnTo>
                    <a:pt x="6382080" y="22682"/>
                  </a:lnTo>
                  <a:lnTo>
                    <a:pt x="6364439" y="1447"/>
                  </a:lnTo>
                  <a:lnTo>
                    <a:pt x="6359397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193715" y="4498555"/>
              <a:ext cx="6383020" cy="1554480"/>
            </a:xfrm>
            <a:custGeom>
              <a:avLst/>
              <a:gdLst/>
              <a:ahLst/>
              <a:cxnLst/>
              <a:rect l="l" t="t" r="r" b="b"/>
              <a:pathLst>
                <a:path w="6383020" h="1554479">
                  <a:moveTo>
                    <a:pt x="0" y="27368"/>
                  </a:moveTo>
                  <a:lnTo>
                    <a:pt x="0" y="22682"/>
                  </a:lnTo>
                  <a:lnTo>
                    <a:pt x="1447" y="17640"/>
                  </a:lnTo>
                  <a:lnTo>
                    <a:pt x="22682" y="0"/>
                  </a:lnTo>
                  <a:lnTo>
                    <a:pt x="27368" y="0"/>
                  </a:lnTo>
                  <a:lnTo>
                    <a:pt x="6354724" y="0"/>
                  </a:lnTo>
                  <a:lnTo>
                    <a:pt x="6359397" y="0"/>
                  </a:lnTo>
                  <a:lnTo>
                    <a:pt x="6364439" y="1447"/>
                  </a:lnTo>
                  <a:lnTo>
                    <a:pt x="6382080" y="22682"/>
                  </a:lnTo>
                  <a:lnTo>
                    <a:pt x="6382080" y="27368"/>
                  </a:lnTo>
                  <a:lnTo>
                    <a:pt x="6382448" y="1526768"/>
                  </a:lnTo>
                  <a:lnTo>
                    <a:pt x="6382448" y="1531442"/>
                  </a:lnTo>
                  <a:lnTo>
                    <a:pt x="6381000" y="1536484"/>
                  </a:lnTo>
                  <a:lnTo>
                    <a:pt x="6359766" y="1554124"/>
                  </a:lnTo>
                  <a:lnTo>
                    <a:pt x="6355080" y="1554124"/>
                  </a:lnTo>
                  <a:lnTo>
                    <a:pt x="27368" y="1554480"/>
                  </a:lnTo>
                  <a:lnTo>
                    <a:pt x="22682" y="1554480"/>
                  </a:lnTo>
                  <a:lnTo>
                    <a:pt x="17640" y="1553044"/>
                  </a:lnTo>
                  <a:lnTo>
                    <a:pt x="0" y="1531797"/>
                  </a:lnTo>
                  <a:lnTo>
                    <a:pt x="0" y="1527124"/>
                  </a:lnTo>
                  <a:lnTo>
                    <a:pt x="0" y="27368"/>
                  </a:lnTo>
                  <a:close/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5381904" y="4604664"/>
            <a:ext cx="239966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30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V</a:t>
            </a:r>
            <a:r>
              <a:rPr sz="700" b="1" spc="-9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AT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229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700" b="1" spc="229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3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G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413324" y="4910035"/>
            <a:ext cx="3154680" cy="886460"/>
            <a:chOff x="5413324" y="4910035"/>
            <a:chExt cx="3154680" cy="886460"/>
          </a:xfrm>
        </p:grpSpPr>
        <p:pic>
          <p:nvPicPr>
            <p:cNvPr id="52" name="object 52" descr="warning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3324" y="4910035"/>
              <a:ext cx="118440" cy="118440"/>
            </a:xfrm>
            <a:prstGeom prst="rect">
              <a:avLst/>
            </a:prstGeom>
          </p:spPr>
        </p:pic>
        <p:pic>
          <p:nvPicPr>
            <p:cNvPr id="53" name="object 53" descr="warning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9195" y="4910035"/>
              <a:ext cx="118440" cy="118440"/>
            </a:xfrm>
            <a:prstGeom prst="rect">
              <a:avLst/>
            </a:prstGeom>
          </p:spPr>
        </p:pic>
        <p:pic>
          <p:nvPicPr>
            <p:cNvPr id="54" name="object 54" descr="warning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3324" y="5166004"/>
              <a:ext cx="118440" cy="118440"/>
            </a:xfrm>
            <a:prstGeom prst="rect">
              <a:avLst/>
            </a:prstGeom>
          </p:spPr>
        </p:pic>
        <p:pic>
          <p:nvPicPr>
            <p:cNvPr id="55" name="object 55" descr="warning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9195" y="5166004"/>
              <a:ext cx="118440" cy="118440"/>
            </a:xfrm>
            <a:prstGeom prst="rect">
              <a:avLst/>
            </a:prstGeom>
          </p:spPr>
        </p:pic>
        <p:pic>
          <p:nvPicPr>
            <p:cNvPr id="56" name="object 56" descr="warning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3324" y="5421960"/>
              <a:ext cx="118440" cy="118440"/>
            </a:xfrm>
            <a:prstGeom prst="rect">
              <a:avLst/>
            </a:prstGeom>
          </p:spPr>
        </p:pic>
        <p:pic>
          <p:nvPicPr>
            <p:cNvPr id="57" name="object 57" descr="warning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9195" y="5421960"/>
              <a:ext cx="118440" cy="118440"/>
            </a:xfrm>
            <a:prstGeom prst="rect">
              <a:avLst/>
            </a:prstGeom>
          </p:spPr>
        </p:pic>
        <p:pic>
          <p:nvPicPr>
            <p:cNvPr id="58" name="object 58" descr="warning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3324" y="5677916"/>
              <a:ext cx="118440" cy="118440"/>
            </a:xfrm>
            <a:prstGeom prst="rect">
              <a:avLst/>
            </a:prstGeom>
          </p:spPr>
        </p:pic>
        <p:pic>
          <p:nvPicPr>
            <p:cNvPr id="59" name="object 59" descr="warning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9195" y="5677916"/>
              <a:ext cx="118440" cy="118440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5583504" y="4878260"/>
            <a:ext cx="92583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Invalid</a:t>
            </a:r>
            <a:r>
              <a:rPr sz="750" spc="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menu</a:t>
            </a:r>
            <a:r>
              <a:rPr sz="750" spc="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choices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619375" y="4878260"/>
            <a:ext cx="86360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Non-positive</a:t>
            </a:r>
            <a:r>
              <a:rPr sz="750" spc="5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prices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83504" y="5134228"/>
            <a:ext cx="109664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Duplicate</a:t>
            </a:r>
            <a:r>
              <a:rPr sz="750" spc="2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750" spc="2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numbers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619375" y="5134228"/>
            <a:ext cx="98679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Invalid</a:t>
            </a:r>
            <a:r>
              <a:rPr sz="750" spc="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750" spc="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quantities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83504" y="5390184"/>
            <a:ext cx="73406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Short</a:t>
            </a:r>
            <a:r>
              <a:rPr sz="750" spc="2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passwords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619375" y="5390184"/>
            <a:ext cx="93980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Duplicate</a:t>
            </a:r>
            <a:r>
              <a:rPr sz="750" spc="2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attendance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382259" y="5646508"/>
            <a:ext cx="2847340" cy="368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Duplicate</a:t>
            </a:r>
            <a:r>
              <a:rPr sz="750" spc="2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payments</a:t>
            </a:r>
            <a:endParaRPr sz="7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65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Caught</a:t>
            </a:r>
            <a:r>
              <a:rPr sz="650" i="1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as</a:t>
            </a:r>
            <a:r>
              <a:rPr sz="650" i="1" spc="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invalid_argument</a:t>
            </a:r>
            <a:r>
              <a:rPr sz="650" i="1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650" i="1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runtime_error;</a:t>
            </a:r>
            <a:r>
              <a:rPr sz="650" i="1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menu</a:t>
            </a:r>
            <a:r>
              <a:rPr sz="650" i="1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loops</a:t>
            </a:r>
            <a:r>
              <a:rPr sz="650" i="1" spc="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recover</a:t>
            </a:r>
            <a:r>
              <a:rPr sz="650" i="1" spc="2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650" i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gracefully.</a:t>
            </a:r>
            <a:endParaRPr sz="6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619375" y="5646508"/>
            <a:ext cx="97218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Invalid</a:t>
            </a:r>
            <a:r>
              <a:rPr sz="750" spc="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750" spc="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numbers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H</a:t>
            </a:r>
            <a:r>
              <a:rPr spc="-5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S</a:t>
            </a:r>
            <a:r>
              <a:rPr spc="320" dirty="0"/>
              <a:t> </a:t>
            </a:r>
            <a:r>
              <a:rPr dirty="0"/>
              <a:t>·</a:t>
            </a:r>
            <a:r>
              <a:rPr spc="325" dirty="0"/>
              <a:t> </a:t>
            </a:r>
            <a:r>
              <a:rPr dirty="0"/>
              <a:t>H</a:t>
            </a:r>
            <a:r>
              <a:rPr spc="-4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L</a:t>
            </a:r>
            <a:r>
              <a:rPr spc="32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T</a:t>
            </a:r>
            <a:r>
              <a:rPr spc="32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Y</a:t>
            </a:r>
            <a:r>
              <a:rPr spc="-5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spc="-50" dirty="0"/>
              <a:t>M</a:t>
            </a:r>
            <a:endParaRPr spc="-50" dirty="0"/>
          </a:p>
        </p:txBody>
      </p:sp>
      <p:sp>
        <p:nvSpPr>
          <p:cNvPr id="71" name="object 7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C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+</a:t>
            </a:r>
            <a:r>
              <a:rPr spc="320" dirty="0"/>
              <a:t> </a:t>
            </a:r>
            <a:r>
              <a:rPr dirty="0"/>
              <a:t>C</a:t>
            </a:r>
            <a:r>
              <a:rPr spc="-50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N</a:t>
            </a:r>
            <a:r>
              <a:rPr spc="-40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3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C</a:t>
            </a:r>
            <a:r>
              <a:rPr spc="-45" dirty="0"/>
              <a:t> </a:t>
            </a:r>
            <a:r>
              <a:rPr spc="60" dirty="0"/>
              <a:t>AT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N</a:t>
            </a:r>
            <a:endParaRPr spc="-50" dirty="0"/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/>
            </a:fld>
            <a:r>
              <a:rPr spc="190" dirty="0"/>
              <a:t> </a:t>
            </a:r>
            <a:r>
              <a:rPr dirty="0"/>
              <a:t>/</a:t>
            </a:r>
            <a:r>
              <a:rPr spc="190" dirty="0"/>
              <a:t> </a:t>
            </a:r>
            <a:r>
              <a:rPr spc="-10" dirty="0"/>
              <a:t>1</a:t>
            </a:r>
            <a:r>
              <a:rPr spc="-125" dirty="0"/>
              <a:t> </a:t>
            </a:r>
            <a:r>
              <a:rPr spc="-50" dirty="0"/>
              <a:t>5</a:t>
            </a:r>
            <a:endParaRPr spc="-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1304" y="353415"/>
            <a:ext cx="201993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6</a:t>
            </a:r>
            <a:r>
              <a:rPr sz="9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900" b="1" spc="-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9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9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9875164" y="0"/>
            <a:ext cx="2316480" cy="3005455"/>
          </a:xfrm>
          <a:custGeom>
            <a:avLst/>
            <a:gdLst/>
            <a:ahLst/>
            <a:cxnLst/>
            <a:rect l="l" t="t" r="r" b="b"/>
            <a:pathLst>
              <a:path w="2316479" h="3005455">
                <a:moveTo>
                  <a:pt x="2316238" y="3005448"/>
                </a:moveTo>
                <a:lnTo>
                  <a:pt x="2262409" y="2999751"/>
                </a:lnTo>
                <a:lnTo>
                  <a:pt x="2213184" y="2993494"/>
                </a:lnTo>
                <a:lnTo>
                  <a:pt x="2164116" y="2986288"/>
                </a:lnTo>
                <a:lnTo>
                  <a:pt x="2115221" y="2978137"/>
                </a:lnTo>
                <a:lnTo>
                  <a:pt x="2066512" y="2969044"/>
                </a:lnTo>
                <a:lnTo>
                  <a:pt x="2018002" y="2959015"/>
                </a:lnTo>
                <a:lnTo>
                  <a:pt x="1969705" y="2948051"/>
                </a:lnTo>
                <a:lnTo>
                  <a:pt x="1921635" y="2936157"/>
                </a:lnTo>
                <a:lnTo>
                  <a:pt x="1873805" y="2923337"/>
                </a:lnTo>
                <a:lnTo>
                  <a:pt x="1826230" y="2909594"/>
                </a:lnTo>
                <a:lnTo>
                  <a:pt x="1778923" y="2894932"/>
                </a:lnTo>
                <a:lnTo>
                  <a:pt x="1731898" y="2879356"/>
                </a:lnTo>
                <a:lnTo>
                  <a:pt x="1685168" y="2862867"/>
                </a:lnTo>
                <a:lnTo>
                  <a:pt x="1638748" y="2845471"/>
                </a:lnTo>
                <a:lnTo>
                  <a:pt x="1592650" y="2827171"/>
                </a:lnTo>
                <a:lnTo>
                  <a:pt x="1546889" y="2807971"/>
                </a:lnTo>
                <a:lnTo>
                  <a:pt x="1501478" y="2787874"/>
                </a:lnTo>
                <a:lnTo>
                  <a:pt x="1456431" y="2766885"/>
                </a:lnTo>
                <a:lnTo>
                  <a:pt x="1411762" y="2745006"/>
                </a:lnTo>
                <a:lnTo>
                  <a:pt x="1367485" y="2722242"/>
                </a:lnTo>
                <a:lnTo>
                  <a:pt x="1323613" y="2698597"/>
                </a:lnTo>
                <a:lnTo>
                  <a:pt x="1280159" y="2674073"/>
                </a:lnTo>
                <a:lnTo>
                  <a:pt x="1237192" y="2648709"/>
                </a:lnTo>
                <a:lnTo>
                  <a:pt x="1194776" y="2622544"/>
                </a:lnTo>
                <a:lnTo>
                  <a:pt x="1152923" y="2595586"/>
                </a:lnTo>
                <a:lnTo>
                  <a:pt x="1111642" y="2567846"/>
                </a:lnTo>
                <a:lnTo>
                  <a:pt x="1070943" y="2539335"/>
                </a:lnTo>
                <a:lnTo>
                  <a:pt x="1030836" y="2510061"/>
                </a:lnTo>
                <a:lnTo>
                  <a:pt x="991331" y="2480036"/>
                </a:lnTo>
                <a:lnTo>
                  <a:pt x="952439" y="2449268"/>
                </a:lnTo>
                <a:lnTo>
                  <a:pt x="914169" y="2417769"/>
                </a:lnTo>
                <a:lnTo>
                  <a:pt x="876531" y="2385548"/>
                </a:lnTo>
                <a:lnTo>
                  <a:pt x="839535" y="2352615"/>
                </a:lnTo>
                <a:lnTo>
                  <a:pt x="803191" y="2318979"/>
                </a:lnTo>
                <a:lnTo>
                  <a:pt x="767510" y="2284652"/>
                </a:lnTo>
                <a:lnTo>
                  <a:pt x="732500" y="2249643"/>
                </a:lnTo>
                <a:lnTo>
                  <a:pt x="698173" y="2213962"/>
                </a:lnTo>
                <a:lnTo>
                  <a:pt x="664537" y="2177618"/>
                </a:lnTo>
                <a:lnTo>
                  <a:pt x="631604" y="2140623"/>
                </a:lnTo>
                <a:lnTo>
                  <a:pt x="599382" y="2102985"/>
                </a:lnTo>
                <a:lnTo>
                  <a:pt x="567883" y="2064716"/>
                </a:lnTo>
                <a:lnTo>
                  <a:pt x="537115" y="2025824"/>
                </a:lnTo>
                <a:lnTo>
                  <a:pt x="507090" y="1986321"/>
                </a:lnTo>
                <a:lnTo>
                  <a:pt x="477816" y="1946215"/>
                </a:lnTo>
                <a:lnTo>
                  <a:pt x="449305" y="1905517"/>
                </a:lnTo>
                <a:lnTo>
                  <a:pt x="421565" y="1864237"/>
                </a:lnTo>
                <a:lnTo>
                  <a:pt x="394607" y="1822385"/>
                </a:lnTo>
                <a:lnTo>
                  <a:pt x="368441" y="1779970"/>
                </a:lnTo>
                <a:lnTo>
                  <a:pt x="343077" y="1737004"/>
                </a:lnTo>
                <a:lnTo>
                  <a:pt x="318555" y="1693549"/>
                </a:lnTo>
                <a:lnTo>
                  <a:pt x="294911" y="1649676"/>
                </a:lnTo>
                <a:lnTo>
                  <a:pt x="272148" y="1605397"/>
                </a:lnTo>
                <a:lnTo>
                  <a:pt x="250271" y="1560727"/>
                </a:lnTo>
                <a:lnTo>
                  <a:pt x="229282" y="1515680"/>
                </a:lnTo>
                <a:lnTo>
                  <a:pt x="209186" y="1470268"/>
                </a:lnTo>
                <a:lnTo>
                  <a:pt x="189987" y="1424506"/>
                </a:lnTo>
                <a:lnTo>
                  <a:pt x="171688" y="1378408"/>
                </a:lnTo>
                <a:lnTo>
                  <a:pt x="154292" y="1331987"/>
                </a:lnTo>
                <a:lnTo>
                  <a:pt x="137805" y="1285257"/>
                </a:lnTo>
                <a:lnTo>
                  <a:pt x="122228" y="1238231"/>
                </a:lnTo>
                <a:lnTo>
                  <a:pt x="107567" y="1190924"/>
                </a:lnTo>
                <a:lnTo>
                  <a:pt x="93825" y="1143349"/>
                </a:lnTo>
                <a:lnTo>
                  <a:pt x="81005" y="1095519"/>
                </a:lnTo>
                <a:lnTo>
                  <a:pt x="69111" y="1047449"/>
                </a:lnTo>
                <a:lnTo>
                  <a:pt x="58148" y="999153"/>
                </a:lnTo>
                <a:lnTo>
                  <a:pt x="48118" y="950643"/>
                </a:lnTo>
                <a:lnTo>
                  <a:pt x="39026" y="901934"/>
                </a:lnTo>
                <a:lnTo>
                  <a:pt x="30875" y="853039"/>
                </a:lnTo>
                <a:lnTo>
                  <a:pt x="23669" y="803972"/>
                </a:lnTo>
                <a:lnTo>
                  <a:pt x="17412" y="754747"/>
                </a:lnTo>
                <a:lnTo>
                  <a:pt x="12107" y="705378"/>
                </a:lnTo>
                <a:lnTo>
                  <a:pt x="7758" y="655878"/>
                </a:lnTo>
                <a:lnTo>
                  <a:pt x="4369" y="606261"/>
                </a:lnTo>
                <a:lnTo>
                  <a:pt x="1944" y="556540"/>
                </a:lnTo>
                <a:lnTo>
                  <a:pt x="486" y="506730"/>
                </a:lnTo>
                <a:lnTo>
                  <a:pt x="0" y="456844"/>
                </a:lnTo>
                <a:lnTo>
                  <a:pt x="486" y="406956"/>
                </a:lnTo>
                <a:lnTo>
                  <a:pt x="1944" y="357145"/>
                </a:lnTo>
                <a:lnTo>
                  <a:pt x="4369" y="307423"/>
                </a:lnTo>
                <a:lnTo>
                  <a:pt x="7758" y="257805"/>
                </a:lnTo>
                <a:lnTo>
                  <a:pt x="12107" y="208304"/>
                </a:lnTo>
                <a:lnTo>
                  <a:pt x="17412" y="158934"/>
                </a:lnTo>
                <a:lnTo>
                  <a:pt x="23669" y="109708"/>
                </a:lnTo>
                <a:lnTo>
                  <a:pt x="30875" y="60641"/>
                </a:lnTo>
                <a:lnTo>
                  <a:pt x="39026" y="11746"/>
                </a:lnTo>
                <a:lnTo>
                  <a:pt x="41219" y="0"/>
                </a:lnTo>
              </a:path>
              <a:path w="2316479" h="3005455">
                <a:moveTo>
                  <a:pt x="2316238" y="2104901"/>
                </a:moveTo>
                <a:lnTo>
                  <a:pt x="2240097" y="2075887"/>
                </a:lnTo>
                <a:lnTo>
                  <a:pt x="2193437" y="2055659"/>
                </a:lnTo>
                <a:lnTo>
                  <a:pt x="2147407" y="2033888"/>
                </a:lnTo>
                <a:lnTo>
                  <a:pt x="2102048" y="2010584"/>
                </a:lnTo>
                <a:lnTo>
                  <a:pt x="2057400" y="1985759"/>
                </a:lnTo>
                <a:lnTo>
                  <a:pt x="2013587" y="1959540"/>
                </a:lnTo>
                <a:lnTo>
                  <a:pt x="1970734" y="1931935"/>
                </a:lnTo>
                <a:lnTo>
                  <a:pt x="1928870" y="1902973"/>
                </a:lnTo>
                <a:lnTo>
                  <a:pt x="1888026" y="1872685"/>
                </a:lnTo>
                <a:lnTo>
                  <a:pt x="1848233" y="1841103"/>
                </a:lnTo>
                <a:lnTo>
                  <a:pt x="1809521" y="1808255"/>
                </a:lnTo>
                <a:lnTo>
                  <a:pt x="1771920" y="1774174"/>
                </a:lnTo>
                <a:lnTo>
                  <a:pt x="1735462" y="1738890"/>
                </a:lnTo>
                <a:lnTo>
                  <a:pt x="1700177" y="1702433"/>
                </a:lnTo>
                <a:lnTo>
                  <a:pt x="1666096" y="1664833"/>
                </a:lnTo>
                <a:lnTo>
                  <a:pt x="1633249" y="1626122"/>
                </a:lnTo>
                <a:lnTo>
                  <a:pt x="1601666" y="1586330"/>
                </a:lnTo>
                <a:lnTo>
                  <a:pt x="1571378" y="1545488"/>
                </a:lnTo>
                <a:lnTo>
                  <a:pt x="1542416" y="1503626"/>
                </a:lnTo>
                <a:lnTo>
                  <a:pt x="1514811" y="1460774"/>
                </a:lnTo>
                <a:lnTo>
                  <a:pt x="1488592" y="1416964"/>
                </a:lnTo>
                <a:lnTo>
                  <a:pt x="1463767" y="1372314"/>
                </a:lnTo>
                <a:lnTo>
                  <a:pt x="1440464" y="1326953"/>
                </a:lnTo>
                <a:lnTo>
                  <a:pt x="1418693" y="1280921"/>
                </a:lnTo>
                <a:lnTo>
                  <a:pt x="1398465" y="1234259"/>
                </a:lnTo>
                <a:lnTo>
                  <a:pt x="1379793" y="1187006"/>
                </a:lnTo>
                <a:lnTo>
                  <a:pt x="1362685" y="1139204"/>
                </a:lnTo>
                <a:lnTo>
                  <a:pt x="1347155" y="1090891"/>
                </a:lnTo>
                <a:lnTo>
                  <a:pt x="1333212" y="1042108"/>
                </a:lnTo>
                <a:lnTo>
                  <a:pt x="1320868" y="992894"/>
                </a:lnTo>
                <a:lnTo>
                  <a:pt x="1310134" y="943291"/>
                </a:lnTo>
                <a:lnTo>
                  <a:pt x="1301022" y="893338"/>
                </a:lnTo>
                <a:lnTo>
                  <a:pt x="1293541" y="843074"/>
                </a:lnTo>
                <a:lnTo>
                  <a:pt x="1287703" y="792541"/>
                </a:lnTo>
                <a:lnTo>
                  <a:pt x="1283520" y="741778"/>
                </a:lnTo>
                <a:lnTo>
                  <a:pt x="1281001" y="690826"/>
                </a:lnTo>
                <a:lnTo>
                  <a:pt x="1280159" y="639724"/>
                </a:lnTo>
                <a:lnTo>
                  <a:pt x="1281001" y="588620"/>
                </a:lnTo>
                <a:lnTo>
                  <a:pt x="1283520" y="537665"/>
                </a:lnTo>
                <a:lnTo>
                  <a:pt x="1287703" y="486901"/>
                </a:lnTo>
                <a:lnTo>
                  <a:pt x="1293541" y="436366"/>
                </a:lnTo>
                <a:lnTo>
                  <a:pt x="1301022" y="386102"/>
                </a:lnTo>
                <a:lnTo>
                  <a:pt x="1310134" y="336148"/>
                </a:lnTo>
                <a:lnTo>
                  <a:pt x="1320868" y="286544"/>
                </a:lnTo>
                <a:lnTo>
                  <a:pt x="1333212" y="237331"/>
                </a:lnTo>
                <a:lnTo>
                  <a:pt x="1347155" y="188548"/>
                </a:lnTo>
                <a:lnTo>
                  <a:pt x="1362685" y="140235"/>
                </a:lnTo>
                <a:lnTo>
                  <a:pt x="1379793" y="92433"/>
                </a:lnTo>
                <a:lnTo>
                  <a:pt x="1398465" y="45182"/>
                </a:lnTo>
                <a:lnTo>
                  <a:pt x="1418052" y="0"/>
                </a:lnTo>
              </a:path>
            </a:pathLst>
          </a:custGeom>
          <a:ln w="6479">
            <a:solidFill>
              <a:srgbClr val="C5A0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85" dirty="0"/>
              <a:t> </a:t>
            </a:r>
            <a:r>
              <a:rPr dirty="0"/>
              <a:t>works,</a:t>
            </a:r>
            <a:r>
              <a:rPr spc="-80" dirty="0"/>
              <a:t> </a:t>
            </a:r>
            <a:r>
              <a:rPr dirty="0"/>
              <a:t>what</a:t>
            </a:r>
            <a:r>
              <a:rPr spc="-80" dirty="0"/>
              <a:t> </a:t>
            </a:r>
            <a:r>
              <a:rPr dirty="0"/>
              <a:t>is</a:t>
            </a:r>
            <a:r>
              <a:rPr spc="-80" dirty="0"/>
              <a:t> </a:t>
            </a:r>
            <a:r>
              <a:rPr dirty="0"/>
              <a:t>limited,</a:t>
            </a:r>
            <a:r>
              <a:rPr spc="-85" dirty="0"/>
              <a:t> </a:t>
            </a:r>
            <a:r>
              <a:rPr dirty="0"/>
              <a:t>what</a:t>
            </a:r>
            <a:r>
              <a:rPr spc="-80" dirty="0"/>
              <a:t> </a:t>
            </a:r>
            <a:r>
              <a:rPr dirty="0"/>
              <a:t>comes</a:t>
            </a:r>
            <a:r>
              <a:rPr spc="-80" dirty="0"/>
              <a:t> </a:t>
            </a:r>
            <a:r>
              <a:rPr spc="-10" dirty="0"/>
              <a:t>next.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581304" y="1240459"/>
            <a:ext cx="6588125" cy="205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prototype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proves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operating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model.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8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roadmap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turns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it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into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production-ready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platform.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4359" y="1645920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935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4359" y="1874164"/>
            <a:ext cx="3337560" cy="0"/>
          </a:xfrm>
          <a:custGeom>
            <a:avLst/>
            <a:gdLst/>
            <a:ahLst/>
            <a:cxnLst/>
            <a:rect l="l" t="t" r="r" b="b"/>
            <a:pathLst>
              <a:path w="3337560">
                <a:moveTo>
                  <a:pt x="0" y="0"/>
                </a:moveTo>
                <a:lnTo>
                  <a:pt x="3337560" y="0"/>
                </a:lnTo>
              </a:path>
            </a:pathLst>
          </a:custGeom>
          <a:ln w="9359">
            <a:solidFill>
              <a:srgbClr val="C5A05B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94359" y="1874164"/>
          <a:ext cx="10857230" cy="265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8220"/>
                <a:gridCol w="3721735"/>
                <a:gridCol w="3520440"/>
              </a:tblGrid>
              <a:tr h="39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1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W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H</a:t>
                      </a:r>
                      <a:r>
                        <a:rPr sz="80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A</a:t>
                      </a:r>
                      <a:r>
                        <a:rPr sz="800" b="1" spc="-1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T</a:t>
                      </a:r>
                      <a:r>
                        <a:rPr sz="800" b="1" spc="32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W</a:t>
                      </a:r>
                      <a:r>
                        <a:rPr sz="80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O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R</a:t>
                      </a:r>
                      <a:r>
                        <a:rPr sz="80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K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S</a:t>
                      </a:r>
                      <a:r>
                        <a:rPr sz="800" b="1" spc="33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T</a:t>
                      </a:r>
                      <a:r>
                        <a:rPr sz="800" b="1" spc="-9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O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D</a:t>
                      </a:r>
                      <a:r>
                        <a:rPr sz="800" b="1" spc="-7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A</a:t>
                      </a:r>
                      <a:r>
                        <a:rPr sz="800" b="1" spc="-1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5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Y</a:t>
                      </a:r>
                      <a:endParaRPr sz="8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9050" marB="0"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sz="800" b="1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C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U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R</a:t>
                      </a:r>
                      <a:r>
                        <a:rPr sz="80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R</a:t>
                      </a:r>
                      <a:r>
                        <a:rPr sz="80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E</a:t>
                      </a:r>
                      <a:r>
                        <a:rPr sz="80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N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T</a:t>
                      </a:r>
                      <a:r>
                        <a:rPr sz="800" b="1" spc="32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L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I</a:t>
                      </a:r>
                      <a:r>
                        <a:rPr sz="80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M</a:t>
                      </a:r>
                      <a:r>
                        <a:rPr sz="80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I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T</a:t>
                      </a:r>
                      <a:r>
                        <a:rPr sz="80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5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S</a:t>
                      </a:r>
                      <a:endParaRPr sz="8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9050" marB="0">
                    <a:lnL w="9525">
                      <a:solidFill>
                        <a:srgbClr val="273D50"/>
                      </a:solidFill>
                      <a:prstDash val="solid"/>
                    </a:lnL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N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E</a:t>
                      </a:r>
                      <a:r>
                        <a:rPr sz="800" b="1" spc="-4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X</a:t>
                      </a:r>
                      <a:r>
                        <a:rPr sz="800" b="1" spc="-4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T</a:t>
                      </a:r>
                      <a:r>
                        <a:rPr sz="800" b="1" spc="32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H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O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R</a:t>
                      </a:r>
                      <a:r>
                        <a:rPr sz="80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I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Z</a:t>
                      </a:r>
                      <a:r>
                        <a:rPr sz="800" b="1" spc="-6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O</a:t>
                      </a:r>
                      <a:r>
                        <a:rPr sz="800" b="1" spc="-65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800" b="1" spc="-50" dirty="0">
                          <a:solidFill>
                            <a:srgbClr val="C5A05B"/>
                          </a:solidFill>
                          <a:latin typeface="Segoe UI" panose="020B0502040204020203"/>
                          <a:cs typeface="Segoe UI" panose="020B0502040204020203"/>
                        </a:rPr>
                        <a:t>N</a:t>
                      </a:r>
                      <a:endParaRPr sz="80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9050" marB="0">
                    <a:lnL w="9525">
                      <a:solidFill>
                        <a:srgbClr val="273D50"/>
                      </a:solidFill>
                      <a:prstDash val="solid"/>
                    </a:lnL>
                  </a:tcPr>
                </a:tc>
              </a:tr>
              <a:tr h="431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463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One</a:t>
                      </a:r>
                      <a:r>
                        <a:rPr sz="950" spc="7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system</a:t>
                      </a:r>
                      <a:r>
                        <a:rPr sz="950" spc="8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for</a:t>
                      </a:r>
                      <a:r>
                        <a:rPr sz="950" spc="8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five</a:t>
                      </a:r>
                      <a:r>
                        <a:rPr sz="950" spc="7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workflows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3810" marB="0"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298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Console-only</a:t>
                      </a:r>
                      <a:r>
                        <a:rPr sz="950" spc="204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interface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3810" marB="0">
                    <a:lnL w="9525">
                      <a:solidFill>
                        <a:srgbClr val="273D50"/>
                      </a:solidFill>
                      <a:prstDash val="solid"/>
                    </a:lnL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292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GUI</a:t>
                      </a:r>
                      <a:r>
                        <a:rPr sz="950" spc="6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front</a:t>
                      </a:r>
                      <a:r>
                        <a:rPr sz="950" spc="6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end</a:t>
                      </a:r>
                      <a:r>
                        <a:rPr sz="950" spc="7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(Qt</a:t>
                      </a:r>
                      <a:r>
                        <a:rPr sz="950" spc="6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or</a:t>
                      </a:r>
                      <a:r>
                        <a:rPr sz="950" spc="6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2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web)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3810" marB="0">
                    <a:lnL w="9525">
                      <a:solidFill>
                        <a:srgbClr val="273D50"/>
                      </a:solidFill>
                      <a:prstDash val="solid"/>
                    </a:ln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46380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Automatic</a:t>
                      </a:r>
                      <a:r>
                        <a:rPr sz="950" spc="9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room</a:t>
                      </a:r>
                      <a:r>
                        <a:rPr sz="950" spc="1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+</a:t>
                      </a:r>
                      <a:r>
                        <a:rPr sz="950" spc="9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food</a:t>
                      </a:r>
                      <a:r>
                        <a:rPr sz="950" spc="9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billing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2065" marB="0"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558925" algn="r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Plain-text</a:t>
                      </a:r>
                      <a:r>
                        <a:rPr sz="950" spc="10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storage,</a:t>
                      </a:r>
                      <a:r>
                        <a:rPr sz="950" spc="10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no</a:t>
                      </a:r>
                      <a:r>
                        <a:rPr sz="950" spc="105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database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2065" marB="0">
                    <a:lnL w="9525">
                      <a:solidFill>
                        <a:srgbClr val="273D50"/>
                      </a:solidFill>
                      <a:prstDash val="solid"/>
                    </a:lnL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29260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SQLite</a:t>
                      </a:r>
                      <a:r>
                        <a:rPr sz="950" spc="8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/</a:t>
                      </a:r>
                      <a:r>
                        <a:rPr sz="950" spc="8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MySQL</a:t>
                      </a:r>
                      <a:r>
                        <a:rPr sz="950" spc="8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persistence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2065" marB="0">
                    <a:lnL w="9525">
                      <a:solidFill>
                        <a:srgbClr val="273D50"/>
                      </a:solidFill>
                      <a:prstDash val="solid"/>
                    </a:ln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463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File-backed</a:t>
                      </a:r>
                      <a:r>
                        <a:rPr sz="950" spc="14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records</a:t>
                      </a:r>
                      <a:r>
                        <a:rPr sz="950" spc="14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survive</a:t>
                      </a:r>
                      <a:r>
                        <a:rPr sz="950" spc="14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restart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1430" marB="0"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59067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Revenue</a:t>
                      </a:r>
                      <a:r>
                        <a:rPr sz="950" spc="8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totals</a:t>
                      </a:r>
                      <a:r>
                        <a:rPr sz="950" spc="85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reset</a:t>
                      </a:r>
                      <a:r>
                        <a:rPr sz="950" spc="85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on</a:t>
                      </a:r>
                      <a:r>
                        <a:rPr sz="950" spc="85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restart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1430" marB="0">
                    <a:lnL w="9525">
                      <a:solidFill>
                        <a:srgbClr val="273D50"/>
                      </a:solidFill>
                      <a:prstDash val="solid"/>
                    </a:lnL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292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Hashed</a:t>
                      </a:r>
                      <a:r>
                        <a:rPr sz="950" spc="12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passwords</a:t>
                      </a:r>
                      <a:r>
                        <a:rPr sz="950" spc="12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+</a:t>
                      </a:r>
                      <a:r>
                        <a:rPr sz="950" spc="12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role-based</a:t>
                      </a:r>
                      <a:r>
                        <a:rPr sz="950" spc="12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access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1430" marB="0">
                    <a:lnL w="9525">
                      <a:solidFill>
                        <a:srgbClr val="273D50"/>
                      </a:solidFill>
                      <a:prstDash val="solid"/>
                    </a:ln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463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Attendance</a:t>
                      </a:r>
                      <a:r>
                        <a:rPr sz="950" spc="8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and</a:t>
                      </a:r>
                      <a:r>
                        <a:rPr sz="950" spc="8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salary</a:t>
                      </a:r>
                      <a:r>
                        <a:rPr sz="950" spc="9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in</a:t>
                      </a:r>
                      <a:r>
                        <a:rPr sz="950" spc="9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one</a:t>
                      </a:r>
                      <a:r>
                        <a:rPr sz="950" spc="8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2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flow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1430" marB="0"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5671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No</a:t>
                      </a:r>
                      <a:r>
                        <a:rPr sz="950" spc="75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online</a:t>
                      </a:r>
                      <a:r>
                        <a:rPr sz="950" spc="8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booking</a:t>
                      </a:r>
                      <a:r>
                        <a:rPr sz="950" spc="75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or</a:t>
                      </a:r>
                      <a:r>
                        <a:rPr sz="950" spc="8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A8B6C3"/>
                          </a:solidFill>
                          <a:latin typeface="Segoe UI" panose="020B0502040204020203"/>
                          <a:cs typeface="Segoe UI" panose="020B0502040204020203"/>
                        </a:rPr>
                        <a:t>payment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1430" marB="0">
                    <a:lnL w="9525">
                      <a:solidFill>
                        <a:srgbClr val="273D50"/>
                      </a:solidFill>
                      <a:prstDash val="solid"/>
                    </a:lnL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292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Persistent</a:t>
                      </a:r>
                      <a:r>
                        <a:rPr sz="950" spc="12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revenue</a:t>
                      </a:r>
                      <a:r>
                        <a:rPr sz="950" spc="12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history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1430" marB="0">
                    <a:lnL w="9525">
                      <a:solidFill>
                        <a:srgbClr val="273D50"/>
                      </a:solidFill>
                      <a:prstDash val="solid"/>
                    </a:lnL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46380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C++</a:t>
                      </a:r>
                      <a:r>
                        <a:rPr sz="950" spc="1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OOP</a:t>
                      </a:r>
                      <a:r>
                        <a:rPr sz="950" spc="10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demonstrated</a:t>
                      </a:r>
                      <a:r>
                        <a:rPr sz="950" spc="10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in</a:t>
                      </a:r>
                      <a:r>
                        <a:rPr sz="950" spc="10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practice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2065" marB="0"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273D50"/>
                      </a:solidFill>
                      <a:prstDash val="solid"/>
                    </a:lnL>
                    <a:lnR w="9525">
                      <a:solidFill>
                        <a:srgbClr val="273D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29260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Booking</a:t>
                      </a:r>
                      <a:r>
                        <a:rPr sz="950" spc="8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dates</a:t>
                      </a:r>
                      <a:r>
                        <a:rPr sz="950" spc="8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+</a:t>
                      </a:r>
                      <a:r>
                        <a:rPr sz="950" spc="9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online</a:t>
                      </a:r>
                      <a:r>
                        <a:rPr sz="950" spc="85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 </a:t>
                      </a:r>
                      <a:r>
                        <a:rPr sz="950" spc="-10" dirty="0">
                          <a:solidFill>
                            <a:srgbClr val="F7F1E8"/>
                          </a:solidFill>
                          <a:latin typeface="Segoe UI" panose="020B0502040204020203"/>
                          <a:cs typeface="Segoe UI" panose="020B0502040204020203"/>
                        </a:rPr>
                        <a:t>payments</a:t>
                      </a:r>
                      <a:endParaRPr sz="950">
                        <a:latin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12065" marB="0">
                    <a:lnL w="9525">
                      <a:solidFill>
                        <a:srgbClr val="273D5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4315675" y="1874164"/>
            <a:ext cx="3337560" cy="0"/>
          </a:xfrm>
          <a:custGeom>
            <a:avLst/>
            <a:gdLst/>
            <a:ahLst/>
            <a:cxnLst/>
            <a:rect l="l" t="t" r="r" b="b"/>
            <a:pathLst>
              <a:path w="3337559">
                <a:moveTo>
                  <a:pt x="0" y="0"/>
                </a:moveTo>
                <a:lnTo>
                  <a:pt x="3337559" y="0"/>
                </a:lnTo>
              </a:path>
            </a:pathLst>
          </a:custGeom>
          <a:ln w="9359">
            <a:solidFill>
              <a:srgbClr val="C5A0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037359" y="1874164"/>
            <a:ext cx="3337560" cy="0"/>
          </a:xfrm>
          <a:custGeom>
            <a:avLst/>
            <a:gdLst/>
            <a:ahLst/>
            <a:cxnLst/>
            <a:rect l="l" t="t" r="r" b="b"/>
            <a:pathLst>
              <a:path w="3337559">
                <a:moveTo>
                  <a:pt x="0" y="0"/>
                </a:moveTo>
                <a:lnTo>
                  <a:pt x="3337559" y="0"/>
                </a:lnTo>
              </a:path>
            </a:pathLst>
          </a:custGeom>
          <a:ln w="9359">
            <a:solidFill>
              <a:srgbClr val="C5A05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check_circle icon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94359" y="2413800"/>
            <a:ext cx="155155" cy="155155"/>
          </a:xfrm>
          <a:prstGeom prst="rect">
            <a:avLst/>
          </a:prstGeom>
        </p:spPr>
      </p:pic>
      <p:pic>
        <p:nvPicPr>
          <p:cNvPr id="15" name="object 15" descr="warning ic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6044" y="2413800"/>
            <a:ext cx="155155" cy="155155"/>
          </a:xfrm>
          <a:prstGeom prst="rect">
            <a:avLst/>
          </a:prstGeom>
        </p:spPr>
      </p:pic>
      <p:pic>
        <p:nvPicPr>
          <p:cNvPr id="20" name="object 20" descr="arrow_forward ic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7715" y="2413800"/>
            <a:ext cx="155155" cy="155155"/>
          </a:xfrm>
          <a:prstGeom prst="rect">
            <a:avLst/>
          </a:prstGeom>
        </p:spPr>
      </p:pic>
      <p:pic>
        <p:nvPicPr>
          <p:cNvPr id="10" name="object 10" descr="check_circle icon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94359" y="2852648"/>
            <a:ext cx="155155" cy="155155"/>
          </a:xfrm>
          <a:prstGeom prst="rect">
            <a:avLst/>
          </a:prstGeom>
        </p:spPr>
      </p:pic>
      <p:pic>
        <p:nvPicPr>
          <p:cNvPr id="16" name="object 16" descr="warning ic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6044" y="2852648"/>
            <a:ext cx="155155" cy="155155"/>
          </a:xfrm>
          <a:prstGeom prst="rect">
            <a:avLst/>
          </a:prstGeom>
        </p:spPr>
      </p:pic>
      <p:pic>
        <p:nvPicPr>
          <p:cNvPr id="21" name="object 21" descr="arrow_forward ic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7715" y="2852648"/>
            <a:ext cx="155155" cy="155155"/>
          </a:xfrm>
          <a:prstGeom prst="rect">
            <a:avLst/>
          </a:prstGeom>
        </p:spPr>
      </p:pic>
      <p:pic>
        <p:nvPicPr>
          <p:cNvPr id="11" name="object 11" descr="check_circle icon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94359" y="3291484"/>
            <a:ext cx="155155" cy="155155"/>
          </a:xfrm>
          <a:prstGeom prst="rect">
            <a:avLst/>
          </a:prstGeom>
        </p:spPr>
      </p:pic>
      <p:pic>
        <p:nvPicPr>
          <p:cNvPr id="17" name="object 17" descr="warning ic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6044" y="3291484"/>
            <a:ext cx="155155" cy="155155"/>
          </a:xfrm>
          <a:prstGeom prst="rect">
            <a:avLst/>
          </a:prstGeom>
        </p:spPr>
      </p:pic>
      <p:pic>
        <p:nvPicPr>
          <p:cNvPr id="22" name="object 22" descr="arrow_forward ic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7715" y="3291484"/>
            <a:ext cx="155155" cy="155155"/>
          </a:xfrm>
          <a:prstGeom prst="rect">
            <a:avLst/>
          </a:prstGeom>
        </p:spPr>
      </p:pic>
      <p:pic>
        <p:nvPicPr>
          <p:cNvPr id="12" name="object 12" descr="check_circle icon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94359" y="3730320"/>
            <a:ext cx="155155" cy="155155"/>
          </a:xfrm>
          <a:prstGeom prst="rect">
            <a:avLst/>
          </a:prstGeom>
        </p:spPr>
      </p:pic>
      <p:pic>
        <p:nvPicPr>
          <p:cNvPr id="18" name="object 18" descr="warning ic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6044" y="3730320"/>
            <a:ext cx="155155" cy="155155"/>
          </a:xfrm>
          <a:prstGeom prst="rect">
            <a:avLst/>
          </a:prstGeom>
        </p:spPr>
      </p:pic>
      <p:pic>
        <p:nvPicPr>
          <p:cNvPr id="23" name="object 23" descr="arrow_forward ic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7715" y="3730320"/>
            <a:ext cx="155155" cy="155155"/>
          </a:xfrm>
          <a:prstGeom prst="rect">
            <a:avLst/>
          </a:prstGeom>
        </p:spPr>
      </p:pic>
      <p:pic>
        <p:nvPicPr>
          <p:cNvPr id="13" name="object 13" descr="check_circle icon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94359" y="4169168"/>
            <a:ext cx="155155" cy="155155"/>
          </a:xfrm>
          <a:prstGeom prst="rect">
            <a:avLst/>
          </a:prstGeom>
        </p:spPr>
      </p:pic>
      <p:pic>
        <p:nvPicPr>
          <p:cNvPr id="24" name="object 24" descr="arrow_forward ic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7715" y="4169168"/>
            <a:ext cx="155155" cy="155155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594359" y="4919395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81659" y="5070868"/>
            <a:ext cx="909319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3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7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-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63140" y="5045659"/>
            <a:ext cx="7482840" cy="229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Keep</a:t>
            </a:r>
            <a:r>
              <a:rPr sz="1350" i="1" spc="-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the</a:t>
            </a:r>
            <a:r>
              <a:rPr sz="1350" i="1" spc="-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single</a:t>
            </a:r>
            <a:r>
              <a:rPr sz="1350" i="1" spc="-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record</a:t>
            </a:r>
            <a:r>
              <a:rPr sz="1350" i="1" spc="-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store;</a:t>
            </a:r>
            <a:r>
              <a:rPr sz="1350" i="1" spc="-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upgrade</a:t>
            </a:r>
            <a:r>
              <a:rPr sz="1350" i="1" spc="-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the</a:t>
            </a:r>
            <a:r>
              <a:rPr sz="1350" i="1" spc="-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interface,</a:t>
            </a:r>
            <a:r>
              <a:rPr sz="1350" i="1" spc="-4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the</a:t>
            </a:r>
            <a:r>
              <a:rPr sz="1350" i="1" spc="-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database</a:t>
            </a:r>
            <a:r>
              <a:rPr sz="1350" i="1" spc="-5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and</a:t>
            </a:r>
            <a:r>
              <a:rPr sz="1350" i="1" spc="-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the</a:t>
            </a:r>
            <a:r>
              <a:rPr sz="1350" i="1" spc="-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authentication</a:t>
            </a:r>
            <a:r>
              <a:rPr sz="1350" i="1" spc="-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around</a:t>
            </a:r>
            <a:r>
              <a:rPr sz="1350" i="1" spc="-4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350" i="1" spc="-2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it.</a:t>
            </a:r>
            <a:endParaRPr sz="13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H</a:t>
            </a:r>
            <a:r>
              <a:rPr spc="-5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S</a:t>
            </a:r>
            <a:r>
              <a:rPr spc="320" dirty="0"/>
              <a:t> </a:t>
            </a:r>
            <a:r>
              <a:rPr dirty="0"/>
              <a:t>·</a:t>
            </a:r>
            <a:r>
              <a:rPr spc="325" dirty="0"/>
              <a:t> </a:t>
            </a:r>
            <a:r>
              <a:rPr dirty="0"/>
              <a:t>H</a:t>
            </a:r>
            <a:r>
              <a:rPr spc="-4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L</a:t>
            </a:r>
            <a:r>
              <a:rPr spc="32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T</a:t>
            </a:r>
            <a:r>
              <a:rPr spc="32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Y</a:t>
            </a:r>
            <a:r>
              <a:rPr spc="-5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spc="-50" dirty="0"/>
              <a:t>M</a:t>
            </a:r>
            <a:endParaRPr spc="-50" dirty="0"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C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+</a:t>
            </a:r>
            <a:r>
              <a:rPr spc="320" dirty="0"/>
              <a:t> </a:t>
            </a:r>
            <a:r>
              <a:rPr dirty="0"/>
              <a:t>C</a:t>
            </a:r>
            <a:r>
              <a:rPr spc="-50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N</a:t>
            </a:r>
            <a:r>
              <a:rPr spc="-40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3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C</a:t>
            </a:r>
            <a:r>
              <a:rPr spc="-45" dirty="0"/>
              <a:t> </a:t>
            </a:r>
            <a:r>
              <a:rPr spc="60" dirty="0"/>
              <a:t>AT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N</a:t>
            </a:r>
            <a:endParaRPr spc="-50" dirty="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/>
            </a:fld>
            <a:r>
              <a:rPr spc="190" dirty="0"/>
              <a:t> </a:t>
            </a:r>
            <a:r>
              <a:rPr dirty="0"/>
              <a:t>/</a:t>
            </a:r>
            <a:r>
              <a:rPr spc="190" dirty="0"/>
              <a:t> </a:t>
            </a:r>
            <a:r>
              <a:rPr spc="-10" dirty="0"/>
              <a:t>1</a:t>
            </a:r>
            <a:r>
              <a:rPr spc="-125" dirty="0"/>
              <a:t> </a:t>
            </a:r>
            <a:r>
              <a:rPr spc="-50" dirty="0"/>
              <a:t>5</a:t>
            </a:r>
            <a:endParaRPr spc="-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4359" y="-3239"/>
            <a:ext cx="11600815" cy="2909570"/>
            <a:chOff x="594359" y="-3239"/>
            <a:chExt cx="11600815" cy="2909570"/>
          </a:xfrm>
        </p:grpSpPr>
        <p:sp>
          <p:nvSpPr>
            <p:cNvPr id="3" name="object 3"/>
            <p:cNvSpPr/>
            <p:nvPr/>
          </p:nvSpPr>
          <p:spPr>
            <a:xfrm>
              <a:off x="10058044" y="0"/>
              <a:ext cx="2133600" cy="2903220"/>
            </a:xfrm>
            <a:custGeom>
              <a:avLst/>
              <a:gdLst/>
              <a:ahLst/>
              <a:cxnLst/>
              <a:rect l="l" t="t" r="r" b="b"/>
              <a:pathLst>
                <a:path w="2133600" h="2903220">
                  <a:moveTo>
                    <a:pt x="2133358" y="2902719"/>
                  </a:moveTo>
                  <a:lnTo>
                    <a:pt x="2072257" y="2893646"/>
                  </a:lnTo>
                  <a:lnTo>
                    <a:pt x="2023362" y="2885178"/>
                  </a:lnTo>
                  <a:lnTo>
                    <a:pt x="1974667" y="2875733"/>
                  </a:lnTo>
                  <a:lnTo>
                    <a:pt x="1926186" y="2865315"/>
                  </a:lnTo>
                  <a:lnTo>
                    <a:pt x="1877933" y="2853926"/>
                  </a:lnTo>
                  <a:lnTo>
                    <a:pt x="1829923" y="2841572"/>
                  </a:lnTo>
                  <a:lnTo>
                    <a:pt x="1782171" y="2828256"/>
                  </a:lnTo>
                  <a:lnTo>
                    <a:pt x="1734690" y="2813982"/>
                  </a:lnTo>
                  <a:lnTo>
                    <a:pt x="1687495" y="2798755"/>
                  </a:lnTo>
                  <a:lnTo>
                    <a:pt x="1640600" y="2782577"/>
                  </a:lnTo>
                  <a:lnTo>
                    <a:pt x="1594020" y="2765453"/>
                  </a:lnTo>
                  <a:lnTo>
                    <a:pt x="1547770" y="2747387"/>
                  </a:lnTo>
                  <a:lnTo>
                    <a:pt x="1501862" y="2728383"/>
                  </a:lnTo>
                  <a:lnTo>
                    <a:pt x="1456313" y="2708445"/>
                  </a:lnTo>
                  <a:lnTo>
                    <a:pt x="1411136" y="2687576"/>
                  </a:lnTo>
                  <a:lnTo>
                    <a:pt x="1366346" y="2665781"/>
                  </a:lnTo>
                  <a:lnTo>
                    <a:pt x="1321957" y="2643063"/>
                  </a:lnTo>
                  <a:lnTo>
                    <a:pt x="1277983" y="2619427"/>
                  </a:lnTo>
                  <a:lnTo>
                    <a:pt x="1234440" y="2594876"/>
                  </a:lnTo>
                  <a:lnTo>
                    <a:pt x="1191400" y="2569452"/>
                  </a:lnTo>
                  <a:lnTo>
                    <a:pt x="1148940" y="2543199"/>
                  </a:lnTo>
                  <a:lnTo>
                    <a:pt x="1107070" y="2516125"/>
                  </a:lnTo>
                  <a:lnTo>
                    <a:pt x="1065800" y="2488243"/>
                  </a:lnTo>
                  <a:lnTo>
                    <a:pt x="1025140" y="2459562"/>
                  </a:lnTo>
                  <a:lnTo>
                    <a:pt x="985102" y="2430092"/>
                  </a:lnTo>
                  <a:lnTo>
                    <a:pt x="945695" y="2399845"/>
                  </a:lnTo>
                  <a:lnTo>
                    <a:pt x="906931" y="2368831"/>
                  </a:lnTo>
                  <a:lnTo>
                    <a:pt x="868818" y="2337060"/>
                  </a:lnTo>
                  <a:lnTo>
                    <a:pt x="831368" y="2304542"/>
                  </a:lnTo>
                  <a:lnTo>
                    <a:pt x="794592" y="2271289"/>
                  </a:lnTo>
                  <a:lnTo>
                    <a:pt x="758500" y="2237310"/>
                  </a:lnTo>
                  <a:lnTo>
                    <a:pt x="723101" y="2202616"/>
                  </a:lnTo>
                  <a:lnTo>
                    <a:pt x="688407" y="2167218"/>
                  </a:lnTo>
                  <a:lnTo>
                    <a:pt x="654428" y="2131125"/>
                  </a:lnTo>
                  <a:lnTo>
                    <a:pt x="621175" y="2094349"/>
                  </a:lnTo>
                  <a:lnTo>
                    <a:pt x="588657" y="2056899"/>
                  </a:lnTo>
                  <a:lnTo>
                    <a:pt x="556886" y="2018787"/>
                  </a:lnTo>
                  <a:lnTo>
                    <a:pt x="525871" y="1980022"/>
                  </a:lnTo>
                  <a:lnTo>
                    <a:pt x="495624" y="1940616"/>
                  </a:lnTo>
                  <a:lnTo>
                    <a:pt x="466154" y="1900578"/>
                  </a:lnTo>
                  <a:lnTo>
                    <a:pt x="437472" y="1859919"/>
                  </a:lnTo>
                  <a:lnTo>
                    <a:pt x="409589" y="1818650"/>
                  </a:lnTo>
                  <a:lnTo>
                    <a:pt x="382515" y="1776781"/>
                  </a:lnTo>
                  <a:lnTo>
                    <a:pt x="356260" y="1734322"/>
                  </a:lnTo>
                  <a:lnTo>
                    <a:pt x="330835" y="1691284"/>
                  </a:lnTo>
                  <a:lnTo>
                    <a:pt x="306284" y="1647739"/>
                  </a:lnTo>
                  <a:lnTo>
                    <a:pt x="282648" y="1603764"/>
                  </a:lnTo>
                  <a:lnTo>
                    <a:pt x="259930" y="1559374"/>
                  </a:lnTo>
                  <a:lnTo>
                    <a:pt x="238136" y="1514583"/>
                  </a:lnTo>
                  <a:lnTo>
                    <a:pt x="217267" y="1469405"/>
                  </a:lnTo>
                  <a:lnTo>
                    <a:pt x="197329" y="1423856"/>
                  </a:lnTo>
                  <a:lnTo>
                    <a:pt x="178326" y="1377948"/>
                  </a:lnTo>
                  <a:lnTo>
                    <a:pt x="160260" y="1331697"/>
                  </a:lnTo>
                  <a:lnTo>
                    <a:pt x="143137" y="1285118"/>
                  </a:lnTo>
                  <a:lnTo>
                    <a:pt x="126960" y="1238223"/>
                  </a:lnTo>
                  <a:lnTo>
                    <a:pt x="111733" y="1191028"/>
                  </a:lnTo>
                  <a:lnTo>
                    <a:pt x="97460" y="1143547"/>
                  </a:lnTo>
                  <a:lnTo>
                    <a:pt x="84145" y="1095795"/>
                  </a:lnTo>
                  <a:lnTo>
                    <a:pt x="71792" y="1047786"/>
                  </a:lnTo>
                  <a:lnTo>
                    <a:pt x="60404" y="999533"/>
                  </a:lnTo>
                  <a:lnTo>
                    <a:pt x="49986" y="951053"/>
                  </a:lnTo>
                  <a:lnTo>
                    <a:pt x="40541" y="902358"/>
                  </a:lnTo>
                  <a:lnTo>
                    <a:pt x="32074" y="853464"/>
                  </a:lnTo>
                  <a:lnTo>
                    <a:pt x="24589" y="804384"/>
                  </a:lnTo>
                  <a:lnTo>
                    <a:pt x="18089" y="755133"/>
                  </a:lnTo>
                  <a:lnTo>
                    <a:pt x="12578" y="705726"/>
                  </a:lnTo>
                  <a:lnTo>
                    <a:pt x="8060" y="656176"/>
                  </a:lnTo>
                  <a:lnTo>
                    <a:pt x="4539" y="606499"/>
                  </a:lnTo>
                  <a:lnTo>
                    <a:pt x="2020" y="556708"/>
                  </a:lnTo>
                  <a:lnTo>
                    <a:pt x="505" y="506818"/>
                  </a:lnTo>
                  <a:lnTo>
                    <a:pt x="0" y="456844"/>
                  </a:lnTo>
                  <a:lnTo>
                    <a:pt x="505" y="406869"/>
                  </a:lnTo>
                  <a:lnTo>
                    <a:pt x="2020" y="356979"/>
                  </a:lnTo>
                  <a:lnTo>
                    <a:pt x="4539" y="307188"/>
                  </a:lnTo>
                  <a:lnTo>
                    <a:pt x="8060" y="257511"/>
                  </a:lnTo>
                  <a:lnTo>
                    <a:pt x="12578" y="207961"/>
                  </a:lnTo>
                  <a:lnTo>
                    <a:pt x="18089" y="158553"/>
                  </a:lnTo>
                  <a:lnTo>
                    <a:pt x="24589" y="109302"/>
                  </a:lnTo>
                  <a:lnTo>
                    <a:pt x="32074" y="60222"/>
                  </a:lnTo>
                  <a:lnTo>
                    <a:pt x="40541" y="11327"/>
                  </a:lnTo>
                  <a:lnTo>
                    <a:pt x="42738" y="0"/>
                  </a:lnTo>
                </a:path>
                <a:path w="2133600" h="2903220">
                  <a:moveTo>
                    <a:pt x="2133358" y="2007616"/>
                  </a:moveTo>
                  <a:lnTo>
                    <a:pt x="2057108" y="1976502"/>
                  </a:lnTo>
                  <a:lnTo>
                    <a:pt x="2010764" y="1954941"/>
                  </a:lnTo>
                  <a:lnTo>
                    <a:pt x="1965126" y="1931742"/>
                  </a:lnTo>
                  <a:lnTo>
                    <a:pt x="1920240" y="1906917"/>
                  </a:lnTo>
                  <a:lnTo>
                    <a:pt x="1876253" y="1880469"/>
                  </a:lnTo>
                  <a:lnTo>
                    <a:pt x="1833307" y="1852557"/>
                  </a:lnTo>
                  <a:lnTo>
                    <a:pt x="1791435" y="1823212"/>
                  </a:lnTo>
                  <a:lnTo>
                    <a:pt x="1750668" y="1792468"/>
                  </a:lnTo>
                  <a:lnTo>
                    <a:pt x="1711039" y="1760357"/>
                  </a:lnTo>
                  <a:lnTo>
                    <a:pt x="1672582" y="1726912"/>
                  </a:lnTo>
                  <a:lnTo>
                    <a:pt x="1635329" y="1692165"/>
                  </a:lnTo>
                  <a:lnTo>
                    <a:pt x="1599312" y="1656149"/>
                  </a:lnTo>
                  <a:lnTo>
                    <a:pt x="1564564" y="1618897"/>
                  </a:lnTo>
                  <a:lnTo>
                    <a:pt x="1531117" y="1580441"/>
                  </a:lnTo>
                  <a:lnTo>
                    <a:pt x="1499005" y="1540813"/>
                  </a:lnTo>
                  <a:lnTo>
                    <a:pt x="1468260" y="1500047"/>
                  </a:lnTo>
                  <a:lnTo>
                    <a:pt x="1438915" y="1458175"/>
                  </a:lnTo>
                  <a:lnTo>
                    <a:pt x="1411002" y="1415230"/>
                  </a:lnTo>
                  <a:lnTo>
                    <a:pt x="1384553" y="1371244"/>
                  </a:lnTo>
                  <a:lnTo>
                    <a:pt x="1359731" y="1326357"/>
                  </a:lnTo>
                  <a:lnTo>
                    <a:pt x="1336534" y="1280719"/>
                  </a:lnTo>
                  <a:lnTo>
                    <a:pt x="1314975" y="1234375"/>
                  </a:lnTo>
                  <a:lnTo>
                    <a:pt x="1295067" y="1187371"/>
                  </a:lnTo>
                  <a:lnTo>
                    <a:pt x="1276824" y="1139751"/>
                  </a:lnTo>
                  <a:lnTo>
                    <a:pt x="1260257" y="1091562"/>
                  </a:lnTo>
                  <a:lnTo>
                    <a:pt x="1245379" y="1042848"/>
                  </a:lnTo>
                  <a:lnTo>
                    <a:pt x="1232204" y="993656"/>
                  </a:lnTo>
                  <a:lnTo>
                    <a:pt x="1220744" y="944031"/>
                  </a:lnTo>
                  <a:lnTo>
                    <a:pt x="1211012" y="894017"/>
                  </a:lnTo>
                  <a:lnTo>
                    <a:pt x="1203021" y="843662"/>
                  </a:lnTo>
                  <a:lnTo>
                    <a:pt x="1196783" y="793009"/>
                  </a:lnTo>
                  <a:lnTo>
                    <a:pt x="1192312" y="742105"/>
                  </a:lnTo>
                  <a:lnTo>
                    <a:pt x="1189620" y="690995"/>
                  </a:lnTo>
                  <a:lnTo>
                    <a:pt x="1188720" y="639724"/>
                  </a:lnTo>
                  <a:lnTo>
                    <a:pt x="1189620" y="588453"/>
                  </a:lnTo>
                  <a:lnTo>
                    <a:pt x="1192312" y="537343"/>
                  </a:lnTo>
                  <a:lnTo>
                    <a:pt x="1196783" y="486439"/>
                  </a:lnTo>
                  <a:lnTo>
                    <a:pt x="1203021" y="435786"/>
                  </a:lnTo>
                  <a:lnTo>
                    <a:pt x="1211012" y="385430"/>
                  </a:lnTo>
                  <a:lnTo>
                    <a:pt x="1220744" y="335417"/>
                  </a:lnTo>
                  <a:lnTo>
                    <a:pt x="1232204" y="285792"/>
                  </a:lnTo>
                  <a:lnTo>
                    <a:pt x="1245379" y="236599"/>
                  </a:lnTo>
                  <a:lnTo>
                    <a:pt x="1260257" y="187886"/>
                  </a:lnTo>
                  <a:lnTo>
                    <a:pt x="1276824" y="139697"/>
                  </a:lnTo>
                  <a:lnTo>
                    <a:pt x="1295067" y="92077"/>
                  </a:lnTo>
                  <a:lnTo>
                    <a:pt x="1314975" y="45073"/>
                  </a:lnTo>
                  <a:lnTo>
                    <a:pt x="1335942" y="0"/>
                  </a:lnTo>
                </a:path>
              </a:pathLst>
            </a:custGeom>
            <a:ln w="647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94359" y="1645920"/>
              <a:ext cx="11000740" cy="0"/>
            </a:xfrm>
            <a:custGeom>
              <a:avLst/>
              <a:gdLst/>
              <a:ahLst/>
              <a:cxnLst/>
              <a:rect l="l" t="t" r="r" b="b"/>
              <a:pathLst>
                <a:path w="11000740">
                  <a:moveTo>
                    <a:pt x="0" y="0"/>
                  </a:moveTo>
                  <a:lnTo>
                    <a:pt x="11000155" y="0"/>
                  </a:lnTo>
                </a:path>
              </a:pathLst>
            </a:custGeom>
            <a:ln w="935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81304" y="353415"/>
            <a:ext cx="140398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6</a:t>
            </a:r>
            <a:r>
              <a:rPr sz="9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900" b="1" spc="4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9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900" b="1" spc="-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9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900" b="1" spc="-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9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9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endParaRPr sz="9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One</a:t>
            </a:r>
            <a:r>
              <a:rPr spc="-80" dirty="0"/>
              <a:t> </a:t>
            </a:r>
            <a:r>
              <a:rPr dirty="0"/>
              <a:t>record</a:t>
            </a:r>
            <a:r>
              <a:rPr spc="-75" dirty="0"/>
              <a:t> </a:t>
            </a:r>
            <a:r>
              <a:rPr dirty="0"/>
              <a:t>store.</a:t>
            </a:r>
            <a:r>
              <a:rPr spc="-8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measurably</a:t>
            </a:r>
            <a:r>
              <a:rPr spc="-80" dirty="0"/>
              <a:t> </a:t>
            </a:r>
            <a:r>
              <a:rPr dirty="0"/>
              <a:t>better</a:t>
            </a:r>
            <a:r>
              <a:rPr spc="-80" dirty="0"/>
              <a:t> </a:t>
            </a:r>
            <a:r>
              <a:rPr spc="-10" dirty="0"/>
              <a:t>hotel.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581304" y="1240459"/>
            <a:ext cx="7194550" cy="205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prototype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meets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its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objective: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unify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hotel's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daily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operations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in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one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working,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file-backed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C++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system.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304" y="1627134"/>
            <a:ext cx="3215005" cy="1671955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3400" b="1" spc="-25" dirty="0">
                <a:solidFill>
                  <a:srgbClr val="C5A05B"/>
                </a:solidFill>
                <a:latin typeface="Georgia" panose="02040502050405020303"/>
                <a:cs typeface="Georgia" panose="02040502050405020303"/>
              </a:rPr>
              <a:t>01</a:t>
            </a:r>
            <a:endParaRPr sz="34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70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Fewer</a:t>
            </a:r>
            <a:r>
              <a:rPr sz="1700" b="1" spc="-2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handoffs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24000"/>
              </a:lnSpc>
              <a:spcBef>
                <a:spcPts val="975"/>
              </a:spcBef>
            </a:pP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Availability,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bookings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bills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share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one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record,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so</a:t>
            </a:r>
            <a:r>
              <a:rPr sz="1150" spc="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front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desk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stops</a:t>
            </a:r>
            <a:r>
              <a:rPr sz="1150" spc="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reconciling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duplicates.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02975" y="1627134"/>
            <a:ext cx="3082290" cy="1671955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3400" b="1" spc="-25" dirty="0">
                <a:solidFill>
                  <a:srgbClr val="C5A05B"/>
                </a:solidFill>
                <a:latin typeface="Georgia" panose="02040502050405020303"/>
                <a:cs typeface="Georgia" panose="02040502050405020303"/>
              </a:rPr>
              <a:t>02</a:t>
            </a:r>
            <a:endParaRPr sz="34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70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Accurate</a:t>
            </a:r>
            <a:r>
              <a:rPr sz="1700" b="1" spc="-6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billing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24000"/>
              </a:lnSpc>
              <a:spcBef>
                <a:spcPts val="975"/>
              </a:spcBef>
            </a:pP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Room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food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charges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are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computed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once,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itemized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settled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in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single</a:t>
            </a:r>
            <a:r>
              <a:rPr sz="1150" spc="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checkout</a:t>
            </a:r>
            <a:r>
              <a:rPr sz="1150" spc="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2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step.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24659" y="1627134"/>
            <a:ext cx="2826385" cy="1671955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3400" b="1" spc="-25" dirty="0">
                <a:solidFill>
                  <a:srgbClr val="C5A05B"/>
                </a:solidFill>
                <a:latin typeface="Georgia" panose="02040502050405020303"/>
                <a:cs typeface="Georgia" panose="02040502050405020303"/>
              </a:rPr>
              <a:t>03</a:t>
            </a:r>
            <a:endParaRPr sz="34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70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sz="1700" b="1" spc="-2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platform</a:t>
            </a:r>
            <a:r>
              <a:rPr sz="1700" b="1" spc="-2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b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700" b="1" spc="-2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b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scale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24000"/>
              </a:lnSpc>
              <a:spcBef>
                <a:spcPts val="975"/>
              </a:spcBef>
            </a:pP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1150" spc="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same</a:t>
            </a:r>
            <a:r>
              <a:rPr sz="1150" spc="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model</a:t>
            </a:r>
            <a:r>
              <a:rPr sz="1150" spc="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moves</a:t>
            </a:r>
            <a:r>
              <a:rPr sz="1150" spc="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cleanly</a:t>
            </a:r>
            <a:r>
              <a:rPr sz="1150" spc="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1150" spc="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1150" spc="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GUI,</a:t>
            </a:r>
            <a:r>
              <a:rPr sz="1150" spc="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database</a:t>
            </a:r>
            <a:r>
              <a:rPr sz="1150" spc="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1150" spc="8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online</a:t>
            </a:r>
            <a:r>
              <a:rPr sz="1150" spc="8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50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payments.</a:t>
            </a:r>
            <a:endParaRPr sz="115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0224" y="3927784"/>
            <a:ext cx="11007725" cy="1013460"/>
            <a:chOff x="590224" y="3927784"/>
            <a:chExt cx="11007725" cy="1013460"/>
          </a:xfrm>
        </p:grpSpPr>
        <p:sp>
          <p:nvSpPr>
            <p:cNvPr id="12" name="object 12"/>
            <p:cNvSpPr/>
            <p:nvPr/>
          </p:nvSpPr>
          <p:spPr>
            <a:xfrm>
              <a:off x="594004" y="3931564"/>
              <a:ext cx="11000740" cy="1005840"/>
            </a:xfrm>
            <a:custGeom>
              <a:avLst/>
              <a:gdLst/>
              <a:ahLst/>
              <a:cxnLst/>
              <a:rect l="l" t="t" r="r" b="b"/>
              <a:pathLst>
                <a:path w="11000740" h="1005839">
                  <a:moveTo>
                    <a:pt x="10977117" y="0"/>
                  </a:moveTo>
                  <a:lnTo>
                    <a:pt x="22669" y="0"/>
                  </a:lnTo>
                  <a:lnTo>
                    <a:pt x="17995" y="1079"/>
                  </a:lnTo>
                  <a:lnTo>
                    <a:pt x="0" y="22669"/>
                  </a:lnTo>
                  <a:lnTo>
                    <a:pt x="0" y="983157"/>
                  </a:lnTo>
                  <a:lnTo>
                    <a:pt x="22669" y="1005839"/>
                  </a:lnTo>
                  <a:lnTo>
                    <a:pt x="10977473" y="1005471"/>
                  </a:lnTo>
                  <a:lnTo>
                    <a:pt x="11000155" y="978115"/>
                  </a:lnTo>
                  <a:lnTo>
                    <a:pt x="10999801" y="27355"/>
                  </a:lnTo>
                  <a:lnTo>
                    <a:pt x="10977117" y="0"/>
                  </a:lnTo>
                  <a:close/>
                </a:path>
              </a:pathLst>
            </a:custGeom>
            <a:solidFill>
              <a:srgbClr val="122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94004" y="3931564"/>
              <a:ext cx="11000740" cy="1005840"/>
            </a:xfrm>
            <a:custGeom>
              <a:avLst/>
              <a:gdLst/>
              <a:ahLst/>
              <a:cxnLst/>
              <a:rect l="l" t="t" r="r" b="b"/>
              <a:pathLst>
                <a:path w="11000740" h="1005839">
                  <a:moveTo>
                    <a:pt x="0" y="27355"/>
                  </a:moveTo>
                  <a:lnTo>
                    <a:pt x="0" y="22669"/>
                  </a:lnTo>
                  <a:lnTo>
                    <a:pt x="1435" y="17640"/>
                  </a:lnTo>
                  <a:lnTo>
                    <a:pt x="22669" y="0"/>
                  </a:lnTo>
                  <a:lnTo>
                    <a:pt x="27355" y="0"/>
                  </a:lnTo>
                  <a:lnTo>
                    <a:pt x="10972431" y="0"/>
                  </a:lnTo>
                  <a:lnTo>
                    <a:pt x="10977117" y="0"/>
                  </a:lnTo>
                  <a:lnTo>
                    <a:pt x="10982159" y="1435"/>
                  </a:lnTo>
                  <a:lnTo>
                    <a:pt x="10999800" y="22669"/>
                  </a:lnTo>
                  <a:lnTo>
                    <a:pt x="10999800" y="27355"/>
                  </a:lnTo>
                  <a:lnTo>
                    <a:pt x="11000155" y="978115"/>
                  </a:lnTo>
                  <a:lnTo>
                    <a:pt x="11000155" y="982789"/>
                  </a:lnTo>
                  <a:lnTo>
                    <a:pt x="10998720" y="987831"/>
                  </a:lnTo>
                  <a:lnTo>
                    <a:pt x="10977473" y="1005471"/>
                  </a:lnTo>
                  <a:lnTo>
                    <a:pt x="10972800" y="1005471"/>
                  </a:lnTo>
                  <a:lnTo>
                    <a:pt x="27355" y="1005839"/>
                  </a:lnTo>
                  <a:lnTo>
                    <a:pt x="22669" y="1005839"/>
                  </a:lnTo>
                  <a:lnTo>
                    <a:pt x="17640" y="1004392"/>
                  </a:lnTo>
                  <a:lnTo>
                    <a:pt x="0" y="983157"/>
                  </a:lnTo>
                  <a:lnTo>
                    <a:pt x="0" y="978471"/>
                  </a:lnTo>
                  <a:lnTo>
                    <a:pt x="0" y="27355"/>
                  </a:lnTo>
                  <a:close/>
                </a:path>
              </a:pathLst>
            </a:custGeom>
            <a:ln w="755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10259" y="4056379"/>
            <a:ext cx="756920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F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30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70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D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0259" y="4265536"/>
            <a:ext cx="995489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Centralizing</a:t>
            </a:r>
            <a:r>
              <a:rPr sz="1550" i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the</a:t>
            </a:r>
            <a:r>
              <a:rPr sz="1550" i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record</a:t>
            </a:r>
            <a:r>
              <a:rPr sz="1550" i="1" spc="-3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—</a:t>
            </a:r>
            <a:r>
              <a:rPr sz="1550" i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not</a:t>
            </a:r>
            <a:r>
              <a:rPr sz="1550" i="1" spc="-3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adding</a:t>
            </a:r>
            <a:r>
              <a:rPr sz="1550" i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staff</a:t>
            </a:r>
            <a:r>
              <a:rPr sz="1550" i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—</a:t>
            </a:r>
            <a:r>
              <a:rPr sz="1550" i="1" spc="-3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is</a:t>
            </a:r>
            <a:r>
              <a:rPr sz="1550" i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what</a:t>
            </a:r>
            <a:r>
              <a:rPr sz="1550" i="1" spc="-3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makes</a:t>
            </a:r>
            <a:r>
              <a:rPr sz="1550" i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service</a:t>
            </a:r>
            <a:r>
              <a:rPr sz="1550" i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faster,</a:t>
            </a:r>
            <a:r>
              <a:rPr sz="1550" i="1" spc="-3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bills</a:t>
            </a:r>
            <a:r>
              <a:rPr sz="1550" i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accurate</a:t>
            </a:r>
            <a:r>
              <a:rPr sz="1550" i="1" spc="-3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and</a:t>
            </a:r>
            <a:r>
              <a:rPr sz="1550" i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payroll</a:t>
            </a:r>
            <a:r>
              <a:rPr sz="1550" i="1" spc="-35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50" i="1" spc="-10" dirty="0">
                <a:solidFill>
                  <a:srgbClr val="F7F1E8"/>
                </a:solidFill>
                <a:latin typeface="Georgia" panose="02040502050405020303"/>
                <a:cs typeface="Georgia" panose="02040502050405020303"/>
              </a:rPr>
              <a:t>dependable.</a:t>
            </a:r>
            <a:endParaRPr sz="15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4359" y="517536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9359">
            <a:solidFill>
              <a:srgbClr val="C5A0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81304" y="5272455"/>
            <a:ext cx="243586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X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2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→</a:t>
            </a:r>
            <a:r>
              <a:rPr sz="800" b="1" spc="24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8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K</a:t>
            </a:r>
            <a:r>
              <a:rPr sz="800" b="1" spc="3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800" b="1" spc="-9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800" b="1" spc="3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&amp;</a:t>
            </a:r>
            <a:r>
              <a:rPr sz="800" b="1" spc="31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8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8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24582" y="5272455"/>
            <a:ext cx="275145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i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80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prototype</a:t>
            </a:r>
            <a:r>
              <a:rPr sz="80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is</a:t>
            </a:r>
            <a:r>
              <a:rPr sz="80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complete;</a:t>
            </a:r>
            <a:r>
              <a:rPr sz="800" i="1" spc="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800" i="1" spc="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roadmap</a:t>
            </a:r>
            <a:r>
              <a:rPr sz="800" i="1" spc="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defines</a:t>
            </a:r>
            <a:r>
              <a:rPr sz="80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what</a:t>
            </a:r>
            <a:r>
              <a:rPr sz="800" i="1" spc="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i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follows.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4359" y="6501244"/>
            <a:ext cx="11000740" cy="0"/>
          </a:xfrm>
          <a:custGeom>
            <a:avLst/>
            <a:gdLst/>
            <a:ahLst/>
            <a:cxnLst/>
            <a:rect l="l" t="t" r="r" b="b"/>
            <a:pathLst>
              <a:path w="11000740">
                <a:moveTo>
                  <a:pt x="0" y="0"/>
                </a:moveTo>
                <a:lnTo>
                  <a:pt x="11000155" y="0"/>
                </a:lnTo>
              </a:path>
            </a:pathLst>
          </a:custGeom>
          <a:ln w="6479">
            <a:solidFill>
              <a:srgbClr val="273D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H</a:t>
            </a:r>
            <a:r>
              <a:rPr spc="-5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S</a:t>
            </a:r>
            <a:r>
              <a:rPr spc="320" dirty="0"/>
              <a:t> </a:t>
            </a:r>
            <a:r>
              <a:rPr dirty="0"/>
              <a:t>·</a:t>
            </a:r>
            <a:r>
              <a:rPr spc="325" dirty="0"/>
              <a:t> </a:t>
            </a:r>
            <a:r>
              <a:rPr dirty="0"/>
              <a:t>H</a:t>
            </a:r>
            <a:r>
              <a:rPr spc="-4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L</a:t>
            </a:r>
            <a:r>
              <a:rPr spc="32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M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T</a:t>
            </a:r>
            <a:r>
              <a:rPr spc="32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Y</a:t>
            </a:r>
            <a:r>
              <a:rPr spc="-55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T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spc="-50" dirty="0"/>
              <a:t>M</a:t>
            </a:r>
            <a:endParaRPr spc="-50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C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+</a:t>
            </a:r>
            <a:r>
              <a:rPr spc="320" dirty="0"/>
              <a:t> </a:t>
            </a:r>
            <a:r>
              <a:rPr dirty="0"/>
              <a:t>C</a:t>
            </a:r>
            <a:r>
              <a:rPr spc="-50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N</a:t>
            </a:r>
            <a:r>
              <a:rPr spc="-40" dirty="0"/>
              <a:t> </a:t>
            </a:r>
            <a:r>
              <a:rPr dirty="0"/>
              <a:t>S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3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C</a:t>
            </a:r>
            <a:r>
              <a:rPr spc="-45" dirty="0"/>
              <a:t> </a:t>
            </a:r>
            <a:r>
              <a:rPr spc="60" dirty="0"/>
              <a:t>AT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O</a:t>
            </a:r>
            <a:r>
              <a:rPr spc="-50" dirty="0"/>
              <a:t> N</a:t>
            </a:r>
            <a:endParaRPr spc="-5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/>
            </a:fld>
            <a:r>
              <a:rPr spc="190" dirty="0"/>
              <a:t> </a:t>
            </a:r>
            <a:r>
              <a:rPr dirty="0"/>
              <a:t>/</a:t>
            </a:r>
            <a:r>
              <a:rPr spc="190" dirty="0"/>
              <a:t> </a:t>
            </a:r>
            <a:r>
              <a:rPr spc="-10" dirty="0"/>
              <a:t>1</a:t>
            </a:r>
            <a:r>
              <a:rPr spc="-125" dirty="0"/>
              <a:t> </a:t>
            </a:r>
            <a:r>
              <a:rPr spc="-50" dirty="0"/>
              <a:t>5</a:t>
            </a:r>
            <a:endParaRPr spc="-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-5080"/>
            <a:ext cx="12192000" cy="6868159"/>
            <a:chOff x="-355" y="-5080"/>
            <a:chExt cx="12192000" cy="6868159"/>
          </a:xfrm>
        </p:grpSpPr>
        <p:pic>
          <p:nvPicPr>
            <p:cNvPr id="3" name="object 3" descr="Resort pool and palm trees at sunset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358244" y="0"/>
              <a:ext cx="6832803" cy="685727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355" y="-355"/>
              <a:ext cx="5358130" cy="6858000"/>
            </a:xfrm>
            <a:custGeom>
              <a:avLst/>
              <a:gdLst/>
              <a:ahLst/>
              <a:cxnLst/>
              <a:rect l="l" t="t" r="r" b="b"/>
              <a:pathLst>
                <a:path w="5358130" h="6858000">
                  <a:moveTo>
                    <a:pt x="5357876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679115" y="6857631"/>
                  </a:lnTo>
                  <a:lnTo>
                    <a:pt x="5357876" y="6857631"/>
                  </a:lnTo>
                  <a:lnTo>
                    <a:pt x="5357876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358244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ln w="1007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13155" y="658075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199" y="0"/>
                  </a:lnTo>
                </a:path>
              </a:pathLst>
            </a:custGeom>
            <a:ln w="1259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285455" y="571931"/>
            <a:ext cx="2745740" cy="1536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41325" algn="l"/>
                <a:tab pos="605790" algn="l"/>
              </a:tabLst>
            </a:pP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800" b="1" spc="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	</a:t>
            </a:r>
            <a:r>
              <a:rPr sz="800" b="1" spc="-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	H</a:t>
            </a:r>
            <a:r>
              <a:rPr sz="8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4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E L</a:t>
            </a:r>
            <a:r>
              <a:rPr sz="800" b="1" spc="47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 E</a:t>
            </a:r>
            <a:r>
              <a:rPr sz="8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47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800" b="1" spc="-1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5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M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100" y="1213459"/>
            <a:ext cx="143065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0 6</a:t>
            </a:r>
            <a:r>
              <a:rPr sz="8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b="1" spc="4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8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I</a:t>
            </a:r>
            <a:r>
              <a:rPr sz="800" b="1" spc="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800" b="1" spc="4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800" b="1" spc="-3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45375" y="1460779"/>
            <a:ext cx="410337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dirty="0"/>
              <a:t>Thank</a:t>
            </a:r>
            <a:r>
              <a:rPr sz="5600" spc="-30" dirty="0"/>
              <a:t> </a:t>
            </a:r>
            <a:r>
              <a:rPr sz="5600" spc="-20" dirty="0"/>
              <a:t>you.</a:t>
            </a:r>
            <a:endParaRPr sz="5600"/>
          </a:p>
        </p:txBody>
      </p:sp>
      <p:sp>
        <p:nvSpPr>
          <p:cNvPr id="10" name="object 10"/>
          <p:cNvSpPr txBox="1"/>
          <p:nvPr/>
        </p:nvSpPr>
        <p:spPr>
          <a:xfrm>
            <a:off x="709460" y="2693784"/>
            <a:ext cx="235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Questions</a:t>
            </a:r>
            <a:r>
              <a:rPr sz="1800" i="1" spc="-4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&amp;</a:t>
            </a:r>
            <a:r>
              <a:rPr sz="1800" i="1" spc="-4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i="1" spc="-1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discussion</a:t>
            </a:r>
            <a:endParaRPr sz="180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13155" y="3265556"/>
            <a:ext cx="10995660" cy="2882265"/>
            <a:chOff x="713155" y="3265556"/>
            <a:chExt cx="10995660" cy="2882265"/>
          </a:xfrm>
        </p:grpSpPr>
        <p:sp>
          <p:nvSpPr>
            <p:cNvPr id="12" name="object 12"/>
            <p:cNvSpPr/>
            <p:nvPr/>
          </p:nvSpPr>
          <p:spPr>
            <a:xfrm>
              <a:off x="722160" y="3273475"/>
              <a:ext cx="1061085" cy="0"/>
            </a:xfrm>
            <a:custGeom>
              <a:avLst/>
              <a:gdLst/>
              <a:ahLst/>
              <a:cxnLst/>
              <a:rect l="l" t="t" r="r" b="b"/>
              <a:pathLst>
                <a:path w="1061085">
                  <a:moveTo>
                    <a:pt x="0" y="0"/>
                  </a:moveTo>
                  <a:lnTo>
                    <a:pt x="1060919" y="0"/>
                  </a:lnTo>
                </a:path>
              </a:pathLst>
            </a:custGeom>
            <a:ln w="1583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13155" y="6144476"/>
              <a:ext cx="3950335" cy="0"/>
            </a:xfrm>
            <a:custGeom>
              <a:avLst/>
              <a:gdLst/>
              <a:ahLst/>
              <a:cxnLst/>
              <a:rect l="l" t="t" r="r" b="b"/>
              <a:pathLst>
                <a:path w="3950335">
                  <a:moveTo>
                    <a:pt x="0" y="0"/>
                  </a:moveTo>
                  <a:lnTo>
                    <a:pt x="3950284" y="0"/>
                  </a:lnTo>
                </a:path>
              </a:pathLst>
            </a:custGeom>
            <a:ln w="6479">
              <a:solidFill>
                <a:srgbClr val="273D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806084" y="4114076"/>
              <a:ext cx="5898515" cy="1527810"/>
            </a:xfrm>
            <a:custGeom>
              <a:avLst/>
              <a:gdLst/>
              <a:ahLst/>
              <a:cxnLst/>
              <a:rect l="l" t="t" r="r" b="b"/>
              <a:pathLst>
                <a:path w="5898515" h="1527810">
                  <a:moveTo>
                    <a:pt x="19075" y="0"/>
                  </a:moveTo>
                  <a:lnTo>
                    <a:pt x="15112" y="1079"/>
                  </a:lnTo>
                  <a:lnTo>
                    <a:pt x="11874" y="3238"/>
                  </a:lnTo>
                  <a:lnTo>
                    <a:pt x="8280" y="5410"/>
                  </a:lnTo>
                  <a:lnTo>
                    <a:pt x="5397" y="8280"/>
                  </a:lnTo>
                  <a:lnTo>
                    <a:pt x="3594" y="11518"/>
                  </a:lnTo>
                  <a:lnTo>
                    <a:pt x="1435" y="15125"/>
                  </a:lnTo>
                  <a:lnTo>
                    <a:pt x="355" y="19088"/>
                  </a:lnTo>
                  <a:lnTo>
                    <a:pt x="0" y="1508404"/>
                  </a:lnTo>
                  <a:lnTo>
                    <a:pt x="0" y="1508760"/>
                  </a:lnTo>
                  <a:lnTo>
                    <a:pt x="982" y="1512366"/>
                  </a:lnTo>
                  <a:lnTo>
                    <a:pt x="1079" y="1512722"/>
                  </a:lnTo>
                  <a:lnTo>
                    <a:pt x="3238" y="1515960"/>
                  </a:lnTo>
                  <a:lnTo>
                    <a:pt x="5397" y="1519567"/>
                  </a:lnTo>
                  <a:lnTo>
                    <a:pt x="8280" y="1522437"/>
                  </a:lnTo>
                  <a:lnTo>
                    <a:pt x="11518" y="1524241"/>
                  </a:lnTo>
                  <a:lnTo>
                    <a:pt x="15112" y="1526400"/>
                  </a:lnTo>
                  <a:lnTo>
                    <a:pt x="19075" y="1527479"/>
                  </a:lnTo>
                  <a:lnTo>
                    <a:pt x="5879515" y="1527479"/>
                  </a:lnTo>
                  <a:lnTo>
                    <a:pt x="5883478" y="1526400"/>
                  </a:lnTo>
                  <a:lnTo>
                    <a:pt x="5886716" y="1524241"/>
                  </a:lnTo>
                  <a:lnTo>
                    <a:pt x="5890310" y="1522082"/>
                  </a:lnTo>
                  <a:lnTo>
                    <a:pt x="5893193" y="1519199"/>
                  </a:lnTo>
                  <a:lnTo>
                    <a:pt x="5894997" y="1515960"/>
                  </a:lnTo>
                  <a:lnTo>
                    <a:pt x="5897156" y="1512366"/>
                  </a:lnTo>
                  <a:lnTo>
                    <a:pt x="5898138" y="1508760"/>
                  </a:lnTo>
                  <a:lnTo>
                    <a:pt x="5898235" y="19088"/>
                  </a:lnTo>
                  <a:lnTo>
                    <a:pt x="5897156" y="15125"/>
                  </a:lnTo>
                  <a:lnTo>
                    <a:pt x="5894997" y="11887"/>
                  </a:lnTo>
                  <a:lnTo>
                    <a:pt x="5892838" y="8280"/>
                  </a:lnTo>
                  <a:lnTo>
                    <a:pt x="5889955" y="5410"/>
                  </a:lnTo>
                  <a:lnTo>
                    <a:pt x="5886716" y="3606"/>
                  </a:lnTo>
                  <a:lnTo>
                    <a:pt x="5883109" y="1447"/>
                  </a:lnTo>
                  <a:lnTo>
                    <a:pt x="5879160" y="368"/>
                  </a:lnTo>
                  <a:lnTo>
                    <a:pt x="19075" y="0"/>
                  </a:lnTo>
                  <a:close/>
                </a:path>
              </a:pathLst>
            </a:custGeom>
            <a:solidFill>
              <a:srgbClr val="0A1A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806084" y="4114076"/>
              <a:ext cx="5898515" cy="1527810"/>
            </a:xfrm>
            <a:custGeom>
              <a:avLst/>
              <a:gdLst/>
              <a:ahLst/>
              <a:cxnLst/>
              <a:rect l="l" t="t" r="r" b="b"/>
              <a:pathLst>
                <a:path w="5898515" h="1527810">
                  <a:moveTo>
                    <a:pt x="355" y="23037"/>
                  </a:moveTo>
                  <a:lnTo>
                    <a:pt x="355" y="19088"/>
                  </a:lnTo>
                  <a:lnTo>
                    <a:pt x="1435" y="15125"/>
                  </a:lnTo>
                  <a:lnTo>
                    <a:pt x="3594" y="11518"/>
                  </a:lnTo>
                  <a:lnTo>
                    <a:pt x="5397" y="8280"/>
                  </a:lnTo>
                  <a:lnTo>
                    <a:pt x="8280" y="5410"/>
                  </a:lnTo>
                  <a:lnTo>
                    <a:pt x="11874" y="3238"/>
                  </a:lnTo>
                  <a:lnTo>
                    <a:pt x="15112" y="1079"/>
                  </a:lnTo>
                  <a:lnTo>
                    <a:pt x="19075" y="0"/>
                  </a:lnTo>
                  <a:lnTo>
                    <a:pt x="23393" y="0"/>
                  </a:lnTo>
                  <a:lnTo>
                    <a:pt x="5875197" y="368"/>
                  </a:lnTo>
                  <a:lnTo>
                    <a:pt x="5879160" y="368"/>
                  </a:lnTo>
                  <a:lnTo>
                    <a:pt x="5883109" y="1447"/>
                  </a:lnTo>
                  <a:lnTo>
                    <a:pt x="5886716" y="3606"/>
                  </a:lnTo>
                  <a:lnTo>
                    <a:pt x="5889955" y="5410"/>
                  </a:lnTo>
                  <a:lnTo>
                    <a:pt x="5892838" y="8280"/>
                  </a:lnTo>
                  <a:lnTo>
                    <a:pt x="5894997" y="11887"/>
                  </a:lnTo>
                  <a:lnTo>
                    <a:pt x="5897156" y="15125"/>
                  </a:lnTo>
                  <a:lnTo>
                    <a:pt x="5898235" y="19088"/>
                  </a:lnTo>
                  <a:lnTo>
                    <a:pt x="5898235" y="23406"/>
                  </a:lnTo>
                  <a:lnTo>
                    <a:pt x="5898235" y="1504442"/>
                  </a:lnTo>
                  <a:lnTo>
                    <a:pt x="5898235" y="1508404"/>
                  </a:lnTo>
                  <a:lnTo>
                    <a:pt x="5897156" y="1512366"/>
                  </a:lnTo>
                  <a:lnTo>
                    <a:pt x="5894997" y="1515960"/>
                  </a:lnTo>
                  <a:lnTo>
                    <a:pt x="5893193" y="1519199"/>
                  </a:lnTo>
                  <a:lnTo>
                    <a:pt x="5890310" y="1522082"/>
                  </a:lnTo>
                  <a:lnTo>
                    <a:pt x="5886716" y="1524241"/>
                  </a:lnTo>
                  <a:lnTo>
                    <a:pt x="5883478" y="1526400"/>
                  </a:lnTo>
                  <a:lnTo>
                    <a:pt x="5879515" y="1527479"/>
                  </a:lnTo>
                  <a:lnTo>
                    <a:pt x="5875197" y="1527479"/>
                  </a:lnTo>
                  <a:lnTo>
                    <a:pt x="23037" y="1527479"/>
                  </a:lnTo>
                  <a:lnTo>
                    <a:pt x="19075" y="1527479"/>
                  </a:lnTo>
                  <a:lnTo>
                    <a:pt x="15112" y="1526400"/>
                  </a:lnTo>
                  <a:lnTo>
                    <a:pt x="11518" y="1524241"/>
                  </a:lnTo>
                  <a:lnTo>
                    <a:pt x="8280" y="1522437"/>
                  </a:lnTo>
                  <a:lnTo>
                    <a:pt x="5397" y="1519567"/>
                  </a:lnTo>
                  <a:lnTo>
                    <a:pt x="3238" y="1515960"/>
                  </a:lnTo>
                  <a:lnTo>
                    <a:pt x="1079" y="1512722"/>
                  </a:lnTo>
                  <a:lnTo>
                    <a:pt x="0" y="1508760"/>
                  </a:lnTo>
                  <a:lnTo>
                    <a:pt x="0" y="1504442"/>
                  </a:lnTo>
                  <a:lnTo>
                    <a:pt x="355" y="23037"/>
                  </a:lnTo>
                  <a:close/>
                </a:path>
              </a:pathLst>
            </a:custGeom>
            <a:ln w="827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053036" y="4315676"/>
              <a:ext cx="759460" cy="0"/>
            </a:xfrm>
            <a:custGeom>
              <a:avLst/>
              <a:gdLst/>
              <a:ahLst/>
              <a:cxnLst/>
              <a:rect l="l" t="t" r="r" b="b"/>
              <a:pathLst>
                <a:path w="759459">
                  <a:moveTo>
                    <a:pt x="0" y="0"/>
                  </a:moveTo>
                  <a:lnTo>
                    <a:pt x="759244" y="0"/>
                  </a:lnTo>
                </a:path>
              </a:pathLst>
            </a:custGeom>
            <a:ln w="12599">
              <a:solidFill>
                <a:srgbClr val="C5A0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85495" y="3733165"/>
            <a:ext cx="3418205" cy="12414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50" b="1" spc="-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50" b="1" spc="-6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50" b="1" spc="-6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D</a:t>
            </a:r>
            <a:r>
              <a:rPr sz="750" b="1" spc="31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B</a:t>
            </a:r>
            <a:r>
              <a:rPr sz="750" b="1" spc="-8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Y</a:t>
            </a:r>
            <a:endParaRPr sz="75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lang="en-US" altLang="" sz="1800" b="1" spc="-110" dirty="0">
                <a:solidFill>
                  <a:srgbClr val="F7F1E8"/>
                </a:solidFill>
                <a:latin typeface="Segoe UI" panose="020B0502040204020203"/>
                <a:cs typeface="Segoe UI" panose="020B0502040204020203"/>
              </a:rPr>
              <a:t>Vaibhav Kumar &amp; Shreyansh Tiwari</a:t>
            </a:r>
            <a:endParaRPr sz="1800">
              <a:latin typeface="Segoe UI" panose="020B0502040204020203"/>
              <a:cs typeface="Segoe UI" panose="020B0502040204020203"/>
            </a:endParaRPr>
          </a:p>
          <a:p>
            <a:pPr marL="12700" marR="395605">
              <a:lnSpc>
                <a:spcPts val="1940"/>
              </a:lnSpc>
              <a:spcBef>
                <a:spcPts val="150"/>
              </a:spcBef>
            </a:pPr>
            <a:r>
              <a:rPr sz="1100" dirty="0">
                <a:solidFill>
                  <a:srgbClr val="D7DEE4"/>
                </a:solidFill>
                <a:latin typeface="Segoe UI" panose="020B0502040204020203"/>
                <a:cs typeface="Segoe UI" panose="020B0502040204020203"/>
              </a:rPr>
              <a:t>B.Tech</a:t>
            </a:r>
            <a:r>
              <a:rPr sz="1100" spc="-5" dirty="0">
                <a:solidFill>
                  <a:srgbClr val="D7DEE4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1100" dirty="0">
                <a:solidFill>
                  <a:srgbClr val="D7DEE4"/>
                </a:solidFill>
                <a:latin typeface="Segoe UI" panose="020B0502040204020203"/>
                <a:cs typeface="Segoe UI" panose="020B0502040204020203"/>
              </a:rPr>
              <a:t>(</a:t>
            </a:r>
            <a:r>
              <a:rPr lang="en-US" altLang="" sz="1100" dirty="0">
                <a:solidFill>
                  <a:srgbClr val="D7DEE4"/>
                </a:solidFill>
                <a:latin typeface="Segoe UI" panose="020B0502040204020203"/>
                <a:cs typeface="Segoe UI" panose="020B0502040204020203"/>
              </a:rPr>
              <a:t>Information Technology</a:t>
            </a:r>
            <a:r>
              <a:rPr sz="1100" dirty="0">
                <a:solidFill>
                  <a:srgbClr val="D7DEE4"/>
                </a:solidFill>
                <a:latin typeface="Segoe UI" panose="020B0502040204020203"/>
                <a:cs typeface="Segoe UI" panose="020B0502040204020203"/>
              </a:rPr>
              <a:t>)</a:t>
            </a:r>
            <a:r>
              <a:rPr sz="1100" spc="295" dirty="0">
                <a:solidFill>
                  <a:srgbClr val="D7DEE4"/>
                </a:solidFill>
                <a:latin typeface="Segoe UI" panose="020B0502040204020203"/>
                <a:cs typeface="Segoe UI" panose="020B0502040204020203"/>
              </a:rPr>
              <a:t> </a:t>
            </a:r>
            <a:endParaRPr sz="1100" spc="295" dirty="0">
              <a:solidFill>
                <a:srgbClr val="D7DEE4"/>
              </a:solidFill>
              <a:latin typeface="Segoe UI" panose="020B0502040204020203"/>
              <a:cs typeface="Segoe UI" panose="020B0502040204020203"/>
            </a:endParaRPr>
          </a:p>
          <a:p>
            <a:pPr marL="12700" marR="395605">
              <a:lnSpc>
                <a:spcPts val="1940"/>
              </a:lnSpc>
              <a:spcBef>
                <a:spcPts val="150"/>
              </a:spcBef>
            </a:pPr>
            <a:r>
              <a:rPr lang="en-US" altLang="" sz="1100" dirty="0">
                <a:solidFill>
                  <a:srgbClr val="D7DEE4"/>
                </a:solidFill>
                <a:latin typeface="Segoe UI" panose="020B0502040204020203"/>
                <a:cs typeface="Segoe UI" panose="020B0502040204020203"/>
              </a:rPr>
              <a:t>Guru Ghasidas Vishwavidyalaya</a:t>
            </a:r>
            <a:r>
              <a:rPr sz="1100" spc="-20" dirty="0">
                <a:solidFill>
                  <a:srgbClr val="D7DEE4"/>
                </a:solidFill>
                <a:latin typeface="Segoe UI" panose="020B0502040204020203"/>
                <a:cs typeface="Segoe UI" panose="020B0502040204020203"/>
              </a:rPr>
              <a:t> </a:t>
            </a:r>
            <a:endParaRPr sz="11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800" b="1" spc="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PROJ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C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1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·</a:t>
            </a:r>
            <a:r>
              <a:rPr sz="800" b="1" spc="17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800" b="1" spc="-1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OT</a:t>
            </a:r>
            <a:r>
              <a:rPr sz="800" b="1" spc="-1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EL</a:t>
            </a:r>
            <a:r>
              <a:rPr sz="800" b="1" spc="2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M</a:t>
            </a:r>
            <a:r>
              <a:rPr sz="800" b="1" spc="-1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AG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6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EM</a:t>
            </a:r>
            <a:r>
              <a:rPr sz="800" b="1" spc="-1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5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EN</a:t>
            </a:r>
            <a:r>
              <a:rPr sz="800" b="1" spc="-1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229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YS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80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800" b="1" spc="3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EM</a:t>
            </a:r>
            <a:endParaRPr sz="8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40335" y="4449140"/>
            <a:ext cx="94043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36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7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2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K</a:t>
            </a:r>
            <a:r>
              <a:rPr sz="700" b="1" spc="-2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E</a:t>
            </a:r>
            <a:r>
              <a:rPr sz="700" b="1" spc="-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W</a:t>
            </a:r>
            <a:r>
              <a:rPr sz="700" b="1" spc="-4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8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Y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40704" y="4635708"/>
            <a:ext cx="376618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2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One</a:t>
            </a:r>
            <a:r>
              <a:rPr sz="2200" i="1" spc="-7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2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system.</a:t>
            </a:r>
            <a:r>
              <a:rPr sz="2200" i="1" spc="-6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2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One</a:t>
            </a:r>
            <a:r>
              <a:rPr sz="2200" i="1" spc="-6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2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record</a:t>
            </a:r>
            <a:r>
              <a:rPr sz="2200" i="1" spc="-65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200" i="1" spc="-1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store. </a:t>
            </a:r>
            <a:r>
              <a:rPr sz="2200" i="1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Better</a:t>
            </a:r>
            <a:r>
              <a:rPr sz="2200" i="1" spc="-3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200" i="1" spc="-10" dirty="0">
                <a:solidFill>
                  <a:srgbClr val="E4C88E"/>
                </a:solidFill>
                <a:latin typeface="Georgia" panose="02040502050405020303"/>
                <a:cs typeface="Georgia" panose="02040502050405020303"/>
              </a:rPr>
              <a:t>hospitality.</a:t>
            </a:r>
            <a:endParaRPr sz="22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0100" y="6223215"/>
            <a:ext cx="1620520" cy="133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10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T</a:t>
            </a:r>
            <a:r>
              <a:rPr sz="700" b="1" spc="-10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O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G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R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Y</a:t>
            </a:r>
            <a:r>
              <a:rPr sz="700" b="1" spc="2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—</a:t>
            </a:r>
            <a:r>
              <a:rPr sz="700" b="1" spc="24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U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N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P</a:t>
            </a:r>
            <a:r>
              <a:rPr sz="700" b="1" spc="-7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1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L</a:t>
            </a:r>
            <a:r>
              <a:rPr sz="700" b="1" spc="-5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S</a:t>
            </a:r>
            <a:r>
              <a:rPr sz="700" b="1" spc="-75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00" b="1" spc="-50" dirty="0">
                <a:solidFill>
                  <a:srgbClr val="A8B6C3"/>
                </a:solidFill>
                <a:latin typeface="Segoe UI" panose="020B0502040204020203"/>
                <a:cs typeface="Segoe UI" panose="020B0502040204020203"/>
              </a:rPr>
              <a:t>H</a:t>
            </a:r>
            <a:endParaRPr sz="7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53661" y="6223939"/>
            <a:ext cx="422909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750" b="1" spc="-114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r>
              <a:rPr sz="750" b="1" spc="2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/</a:t>
            </a:r>
            <a:r>
              <a:rPr sz="750" b="1" spc="21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1</a:t>
            </a:r>
            <a:r>
              <a:rPr sz="750" b="1" spc="-105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750" b="1" spc="-50" dirty="0">
                <a:solidFill>
                  <a:srgbClr val="C5A05B"/>
                </a:solidFill>
                <a:latin typeface="Segoe UI" panose="020B0502040204020203"/>
                <a:cs typeface="Segoe UI" panose="020B0502040204020203"/>
              </a:rPr>
              <a:t>5</a:t>
            </a:r>
            <a:endParaRPr sz="750">
              <a:latin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7DEE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13631</Words>
  <Application>WPS Presentation</Application>
  <PresentationFormat>On-screen Show (4:3)</PresentationFormat>
  <Paragraphs>906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Georgia</vt:lpstr>
      <vt:lpstr>Segoe UI</vt:lpstr>
      <vt:lpstr>Consolas</vt:lpstr>
      <vt:lpstr>Times New Roman</vt:lpstr>
      <vt:lpstr>Microsoft YaHei</vt:lpstr>
      <vt:lpstr>Arial Unicode MS</vt:lpstr>
      <vt:lpstr>Calibri</vt:lpstr>
      <vt:lpstr>Office Theme</vt:lpstr>
      <vt:lpstr>PowerPoint 演示文稿</vt:lpstr>
      <vt:lpstr>Meet the Hotel Management System.</vt:lpstr>
      <vt:lpstr>Fifteen slides. One clear story.</vt:lpstr>
      <vt:lpstr>Five registers. No shared source of truth.</vt:lpstr>
      <vt:lpstr>Eight capabilities. Two roles. One system.</vt:lpstr>
      <vt:lpstr>From launch to ledger in six steps.</vt:lpstr>
      <vt:lpstr>One login. Two tailored command centers.</vt:lpstr>
      <vt:lpstr>Every room, every status, one source of truth.</vt:lpstr>
      <vt:lpstr>From menu to room service, without a paper ticket.</vt:lpstr>
      <vt:lpstr>A transparent folio, settled in a single step.</vt:lpstr>
      <vt:lpstr>Attendance and payroll that add up automatically.</vt:lpstr>
      <vt:lpstr>C++ fundamentals, applied with real-world rigor.</vt:lpstr>
      <vt:lpstr>What works, what is limited, what comes next.</vt:lpstr>
      <vt:lpstr>One record store. A measurably better hotel.</vt:lpstr>
      <vt:lpstr>Thank you.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Vaibhav Kumar</cp:lastModifiedBy>
  <cp:revision>1</cp:revision>
  <dcterms:created xsi:type="dcterms:W3CDTF">2026-10-28T19:52:23Z</dcterms:created>
  <dcterms:modified xsi:type="dcterms:W3CDTF">2026-10-28T19:52:23Z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2026-10-29T05:30:00Z</vt:filetime>
  </property>
  <property fmtid="{D5CDD505-2E9C-101B-9397-08002B2CF9AE}" pid="4" name="Creator">
    <vt:lpwstr>Impress</vt:lpwstr>
  </property>
  <property fmtid="{D5CDD505-2E9C-101B-9397-08002B2CF9AE}" pid="5" name="Producer">
    <vt:lpwstr>LibreOffice 26.8.1.1 (X86_64)</vt:lpwstr>
  </property>
  <property fmtid="{D5CDD505-2E9C-101B-9397-08002B2CF9AE}" pid="6" name="LastSaved">
    <vt:filetime>2026-10-29T05:30:00Z</vt:filetime>
  </property>
  <property fmtid="{D5CDD505-2E9C-101B-9397-08002B2CF9AE}" pid="7" name="KSOProductBuildVer">
    <vt:lpwstr>1033-12.1.0.29162</vt:lpwstr>
  </property>
  <property fmtid="{D5CDD505-2E9C-101B-9397-08002B2CF9AE}" pid="8" name="ICV">
    <vt:lpwstr>4FB9389D45B446F5A5F81E99C41EBB04_13</vt:lpwstr>
  </property>
</Properties>
</file>